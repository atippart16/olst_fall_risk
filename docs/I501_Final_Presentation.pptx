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  <p:sldMasterId id="2147483769" r:id="rId5"/>
  </p:sldMasterIdLst>
  <p:notesMasterIdLst>
    <p:notesMasterId r:id="rId33"/>
  </p:notesMasterIdLst>
  <p:sldIdLst>
    <p:sldId id="286" r:id="rId6"/>
    <p:sldId id="257" r:id="rId7"/>
    <p:sldId id="258" r:id="rId8"/>
    <p:sldId id="279" r:id="rId9"/>
    <p:sldId id="285" r:id="rId10"/>
    <p:sldId id="260" r:id="rId11"/>
    <p:sldId id="273" r:id="rId12"/>
    <p:sldId id="301" r:id="rId13"/>
    <p:sldId id="288" r:id="rId14"/>
    <p:sldId id="302" r:id="rId15"/>
    <p:sldId id="289" r:id="rId16"/>
    <p:sldId id="297" r:id="rId17"/>
    <p:sldId id="290" r:id="rId18"/>
    <p:sldId id="256" r:id="rId19"/>
    <p:sldId id="303" r:id="rId20"/>
    <p:sldId id="304" r:id="rId21"/>
    <p:sldId id="281" r:id="rId22"/>
    <p:sldId id="262" r:id="rId23"/>
    <p:sldId id="263" r:id="rId24"/>
    <p:sldId id="264" r:id="rId25"/>
    <p:sldId id="265" r:id="rId26"/>
    <p:sldId id="268" r:id="rId27"/>
    <p:sldId id="267" r:id="rId28"/>
    <p:sldId id="269" r:id="rId29"/>
    <p:sldId id="271" r:id="rId30"/>
    <p:sldId id="274" r:id="rId31"/>
    <p:sldId id="27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0D8F24-08F9-6DFD-3A4B-03C88CA67457}" v="11" dt="2026-05-04T06:13:59.701"/>
    <p1510:client id="{12A4D4EA-3FC0-4CA3-BB84-FD4B60FFB468}" v="1" dt="2026-05-05T00:11:40.622"/>
    <p1510:client id="{36442E31-5523-BA1D-0AB0-BF216B2F0E26}" v="1" dt="2026-05-05T04:21:11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8B0C91-D72D-4604-B543-52CEE6C27981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8EDC1BE-FD9A-4331-857F-AA4D27AE7393}">
      <dgm:prSet/>
      <dgm:spPr/>
      <dgm:t>
        <a:bodyPr/>
        <a:lstStyle/>
        <a:p>
          <a:r>
            <a:rPr lang="en-IN" b="1"/>
            <a:t>Raw Data Acquisition</a:t>
          </a:r>
          <a:r>
            <a:rPr lang="en-IN"/>
            <a:t> </a:t>
          </a:r>
          <a:endParaRPr lang="en-US"/>
        </a:p>
      </dgm:t>
    </dgm:pt>
    <dgm:pt modelId="{C23E38A8-3E35-4050-85A1-3BF78907FBDC}" type="parTrans" cxnId="{BCFB273E-179A-430E-B410-BC3E0CED4CA1}">
      <dgm:prSet/>
      <dgm:spPr/>
      <dgm:t>
        <a:bodyPr/>
        <a:lstStyle/>
        <a:p>
          <a:endParaRPr lang="en-US"/>
        </a:p>
      </dgm:t>
    </dgm:pt>
    <dgm:pt modelId="{2497B145-5F9A-48A9-B6D6-6B4533EB1795}" type="sibTrans" cxnId="{BCFB273E-179A-430E-B410-BC3E0CED4C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1160E03-425A-4DBE-A04E-5209F13AFB91}">
      <dgm:prSet/>
      <dgm:spPr/>
      <dgm:t>
        <a:bodyPr/>
        <a:lstStyle/>
        <a:p>
          <a:r>
            <a:rPr lang="en-IN"/>
            <a:t>Multimodal sensor recordings from PhysioNet</a:t>
          </a:r>
          <a:endParaRPr lang="en-US"/>
        </a:p>
      </dgm:t>
    </dgm:pt>
    <dgm:pt modelId="{02750393-04B5-4121-A2CE-FA3083FD29EB}" type="parTrans" cxnId="{F43A8977-1C81-4AF5-81EE-543CB693465E}">
      <dgm:prSet/>
      <dgm:spPr/>
      <dgm:t>
        <a:bodyPr/>
        <a:lstStyle/>
        <a:p>
          <a:endParaRPr lang="en-US"/>
        </a:p>
      </dgm:t>
    </dgm:pt>
    <dgm:pt modelId="{20C52832-E196-4DEA-A4E1-25CA61213934}" type="sibTrans" cxnId="{F43A8977-1C81-4AF5-81EE-543CB693465E}">
      <dgm:prSet/>
      <dgm:spPr/>
      <dgm:t>
        <a:bodyPr/>
        <a:lstStyle/>
        <a:p>
          <a:endParaRPr lang="en-US"/>
        </a:p>
      </dgm:t>
    </dgm:pt>
    <dgm:pt modelId="{4E97BF9D-0754-40F1-959F-418814EFEB1D}">
      <dgm:prSet/>
      <dgm:spPr/>
      <dgm:t>
        <a:bodyPr/>
        <a:lstStyle/>
        <a:p>
          <a:r>
            <a:rPr lang="en-IN" b="1"/>
            <a:t>Data Preprocessing &amp; Feature extraction</a:t>
          </a:r>
          <a:endParaRPr lang="en-US"/>
        </a:p>
      </dgm:t>
    </dgm:pt>
    <dgm:pt modelId="{FE8AFC24-AD96-418B-8B49-4F21FC0F317B}" type="parTrans" cxnId="{9E8ABC18-EBC3-40BD-906D-221D0D9BA307}">
      <dgm:prSet/>
      <dgm:spPr/>
      <dgm:t>
        <a:bodyPr/>
        <a:lstStyle/>
        <a:p>
          <a:endParaRPr lang="en-US"/>
        </a:p>
      </dgm:t>
    </dgm:pt>
    <dgm:pt modelId="{EDEF1B71-B60B-429D-B4E1-E8518C11B4E7}" type="sibTrans" cxnId="{9E8ABC18-EBC3-40BD-906D-221D0D9BA30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FAA5899-3F2D-4713-8B7E-DBF1E5E5867B}">
      <dgm:prSet/>
      <dgm:spPr/>
      <dgm:t>
        <a:bodyPr/>
        <a:lstStyle/>
        <a:p>
          <a:r>
            <a:rPr lang="en-IN" b="1"/>
            <a:t>SQL Data Cleaning</a:t>
          </a:r>
          <a:r>
            <a:rPr lang="en-IN"/>
            <a:t> </a:t>
          </a:r>
          <a:endParaRPr lang="en-US"/>
        </a:p>
      </dgm:t>
    </dgm:pt>
    <dgm:pt modelId="{A2D3F94D-A608-4F61-B266-59661879B210}" type="parTrans" cxnId="{8159726F-E80F-4FC1-939A-0C5926F18D0A}">
      <dgm:prSet/>
      <dgm:spPr/>
      <dgm:t>
        <a:bodyPr/>
        <a:lstStyle/>
        <a:p>
          <a:endParaRPr lang="en-US"/>
        </a:p>
      </dgm:t>
    </dgm:pt>
    <dgm:pt modelId="{D7DFD68B-FDD3-4497-A3AF-AC1A2292C7CF}" type="sibTrans" cxnId="{8159726F-E80F-4FC1-939A-0C5926F18D0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55F0921-91DC-4E6E-BDA8-C01F2150C6B1}">
      <dgm:prSet/>
      <dgm:spPr/>
      <dgm:t>
        <a:bodyPr/>
        <a:lstStyle/>
        <a:p>
          <a:r>
            <a:rPr lang="en-IN"/>
            <a:t>Removed trials with missing values </a:t>
          </a:r>
          <a:endParaRPr lang="en-US"/>
        </a:p>
      </dgm:t>
    </dgm:pt>
    <dgm:pt modelId="{FFF5EE35-E3C5-4ABC-9F51-09F700989CE5}" type="parTrans" cxnId="{D268363E-ABB4-4841-9FEF-0F9DA12276D0}">
      <dgm:prSet/>
      <dgm:spPr/>
      <dgm:t>
        <a:bodyPr/>
        <a:lstStyle/>
        <a:p>
          <a:endParaRPr lang="en-US"/>
        </a:p>
      </dgm:t>
    </dgm:pt>
    <dgm:pt modelId="{40B62F2B-A35E-4A78-8E86-4356BA58522E}" type="sibTrans" cxnId="{D268363E-ABB4-4841-9FEF-0F9DA12276D0}">
      <dgm:prSet/>
      <dgm:spPr/>
      <dgm:t>
        <a:bodyPr/>
        <a:lstStyle/>
        <a:p>
          <a:endParaRPr lang="en-US"/>
        </a:p>
      </dgm:t>
    </dgm:pt>
    <dgm:pt modelId="{3A1BB721-0A5D-4DC9-9C01-26F9E46EEA5E}">
      <dgm:prSet/>
      <dgm:spPr/>
      <dgm:t>
        <a:bodyPr/>
        <a:lstStyle/>
        <a:p>
          <a:r>
            <a:rPr lang="en-IN"/>
            <a:t>Ensured </a:t>
          </a:r>
          <a:r>
            <a:rPr lang="en-IN" b="0"/>
            <a:t>complete multimodal feature vectors </a:t>
          </a:r>
          <a:endParaRPr lang="en-US" b="0"/>
        </a:p>
      </dgm:t>
    </dgm:pt>
    <dgm:pt modelId="{62C5B594-38BD-4D58-BC91-FE69F77A3500}" type="parTrans" cxnId="{DD2F6BFE-614C-453F-827C-CF42D3C66D76}">
      <dgm:prSet/>
      <dgm:spPr/>
      <dgm:t>
        <a:bodyPr/>
        <a:lstStyle/>
        <a:p>
          <a:endParaRPr lang="en-US"/>
        </a:p>
      </dgm:t>
    </dgm:pt>
    <dgm:pt modelId="{E048E436-C60F-43AD-A59E-2ABF5B85F248}" type="sibTrans" cxnId="{DD2F6BFE-614C-453F-827C-CF42D3C66D76}">
      <dgm:prSet/>
      <dgm:spPr/>
      <dgm:t>
        <a:bodyPr/>
        <a:lstStyle/>
        <a:p>
          <a:endParaRPr lang="en-US"/>
        </a:p>
      </dgm:t>
    </dgm:pt>
    <dgm:pt modelId="{E76A11F1-0A98-44C1-95BF-DAC956B60D2A}">
      <dgm:prSet/>
      <dgm:spPr/>
      <dgm:t>
        <a:bodyPr/>
        <a:lstStyle/>
        <a:p>
          <a:r>
            <a:rPr lang="en-IN" b="1"/>
            <a:t>Feature Engineering</a:t>
          </a:r>
          <a:r>
            <a:rPr lang="en-IN"/>
            <a:t> </a:t>
          </a:r>
          <a:endParaRPr lang="en-US"/>
        </a:p>
      </dgm:t>
    </dgm:pt>
    <dgm:pt modelId="{C7F92675-8273-48CC-B767-F835D98B6E65}" type="parTrans" cxnId="{D5B7D90B-E0A9-42C9-9EC1-226B28531845}">
      <dgm:prSet/>
      <dgm:spPr/>
      <dgm:t>
        <a:bodyPr/>
        <a:lstStyle/>
        <a:p>
          <a:endParaRPr lang="en-US"/>
        </a:p>
      </dgm:t>
    </dgm:pt>
    <dgm:pt modelId="{B2544537-66C7-4B39-96CB-A4B86C6B52A8}" type="sibTrans" cxnId="{D5B7D90B-E0A9-42C9-9EC1-226B28531845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1C218D08-0F37-443F-A715-C5CC38A42AB7}">
      <dgm:prSet/>
      <dgm:spPr/>
      <dgm:t>
        <a:bodyPr/>
        <a:lstStyle/>
        <a:p>
          <a:r>
            <a:rPr lang="en-IN"/>
            <a:t>Performed EDA, &amp; statistics</a:t>
          </a:r>
          <a:endParaRPr lang="en-US"/>
        </a:p>
      </dgm:t>
    </dgm:pt>
    <dgm:pt modelId="{0E0B648E-43D7-4294-80B5-11F89BCCA65E}" type="parTrans" cxnId="{48333104-FB8C-409C-9FCA-A0504A90D2A1}">
      <dgm:prSet/>
      <dgm:spPr/>
      <dgm:t>
        <a:bodyPr/>
        <a:lstStyle/>
        <a:p>
          <a:endParaRPr lang="en-US"/>
        </a:p>
      </dgm:t>
    </dgm:pt>
    <dgm:pt modelId="{55C29E19-DDF6-489C-ABC1-B8E6C5277894}" type="sibTrans" cxnId="{48333104-FB8C-409C-9FCA-A0504A90D2A1}">
      <dgm:prSet/>
      <dgm:spPr/>
      <dgm:t>
        <a:bodyPr/>
        <a:lstStyle/>
        <a:p>
          <a:endParaRPr lang="en-US"/>
        </a:p>
      </dgm:t>
    </dgm:pt>
    <dgm:pt modelId="{F413F5CA-6F08-48E4-926A-214BFC588E4D}">
      <dgm:prSet/>
      <dgm:spPr/>
      <dgm:t>
        <a:bodyPr/>
        <a:lstStyle/>
        <a:p>
          <a:r>
            <a:rPr lang="en-IN" b="1"/>
            <a:t>Machine Learning Modeling</a:t>
          </a:r>
          <a:r>
            <a:rPr lang="en-IN"/>
            <a:t> </a:t>
          </a:r>
          <a:endParaRPr lang="en-US"/>
        </a:p>
      </dgm:t>
    </dgm:pt>
    <dgm:pt modelId="{BB9ACC74-3AB0-489C-AA8D-F646232CE07F}" type="parTrans" cxnId="{2B222893-3CD5-4768-A150-A1472C7082BD}">
      <dgm:prSet/>
      <dgm:spPr/>
      <dgm:t>
        <a:bodyPr/>
        <a:lstStyle/>
        <a:p>
          <a:endParaRPr lang="en-US"/>
        </a:p>
      </dgm:t>
    </dgm:pt>
    <dgm:pt modelId="{78197E43-0A46-415A-8169-F3814F1DE395}" type="sibTrans" cxnId="{2B222893-3CD5-4768-A150-A1472C7082BD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5A5F37ED-A135-4EB9-B800-9A4C955E5D51}">
      <dgm:prSet/>
      <dgm:spPr/>
      <dgm:t>
        <a:bodyPr/>
        <a:lstStyle/>
        <a:p>
          <a:r>
            <a:rPr lang="en-IN"/>
            <a:t>Logistic Regression, Random Forest, Gradient Boosting. </a:t>
          </a:r>
          <a:endParaRPr lang="en-US"/>
        </a:p>
      </dgm:t>
    </dgm:pt>
    <dgm:pt modelId="{C3E95D75-72CC-44D9-9304-DBFBC73EB4CC}" type="parTrans" cxnId="{82FD59F5-7B9D-4C91-A42B-1417643E14C2}">
      <dgm:prSet/>
      <dgm:spPr/>
      <dgm:t>
        <a:bodyPr/>
        <a:lstStyle/>
        <a:p>
          <a:endParaRPr lang="en-US"/>
        </a:p>
      </dgm:t>
    </dgm:pt>
    <dgm:pt modelId="{C0F9281F-5E55-4E51-A4C6-511CEB9D9756}" type="sibTrans" cxnId="{82FD59F5-7B9D-4C91-A42B-1417643E14C2}">
      <dgm:prSet/>
      <dgm:spPr/>
      <dgm:t>
        <a:bodyPr/>
        <a:lstStyle/>
        <a:p>
          <a:endParaRPr lang="en-US"/>
        </a:p>
      </dgm:t>
    </dgm:pt>
    <dgm:pt modelId="{307DECDB-63F1-4C43-86CA-FA9831BBB3F1}">
      <dgm:prSet/>
      <dgm:spPr/>
      <dgm:t>
        <a:bodyPr/>
        <a:lstStyle/>
        <a:p>
          <a:r>
            <a:rPr lang="en-IN" b="1"/>
            <a:t>Evaluation</a:t>
          </a:r>
          <a:r>
            <a:rPr lang="en-IN"/>
            <a:t> </a:t>
          </a:r>
          <a:endParaRPr lang="en-US"/>
        </a:p>
      </dgm:t>
    </dgm:pt>
    <dgm:pt modelId="{5F4550D1-2590-48F2-85B4-7BC181D414B0}" type="parTrans" cxnId="{8808BDE5-98BA-4AD0-92B2-0C4805DC7EE8}">
      <dgm:prSet/>
      <dgm:spPr/>
      <dgm:t>
        <a:bodyPr/>
        <a:lstStyle/>
        <a:p>
          <a:endParaRPr lang="en-US"/>
        </a:p>
      </dgm:t>
    </dgm:pt>
    <dgm:pt modelId="{7505301D-7C4E-499A-9134-D9B80FF004AB}" type="sibTrans" cxnId="{8808BDE5-98BA-4AD0-92B2-0C4805DC7EE8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7F7393BE-597A-4F31-9F97-09F507232AD7}">
      <dgm:prSet/>
      <dgm:spPr/>
      <dgm:t>
        <a:bodyPr/>
        <a:lstStyle/>
        <a:p>
          <a:r>
            <a:rPr lang="en-IN"/>
            <a:t>Accuracy, ROC-AUC, confusion matrix.</a:t>
          </a:r>
          <a:endParaRPr lang="en-US"/>
        </a:p>
      </dgm:t>
    </dgm:pt>
    <dgm:pt modelId="{07F1D608-676F-4A93-9948-4B377EA20AA4}" type="parTrans" cxnId="{95AFAE6A-A37C-44FA-B09B-F4E20FA2954E}">
      <dgm:prSet/>
      <dgm:spPr/>
      <dgm:t>
        <a:bodyPr/>
        <a:lstStyle/>
        <a:p>
          <a:endParaRPr lang="en-US"/>
        </a:p>
      </dgm:t>
    </dgm:pt>
    <dgm:pt modelId="{249A97C7-A97A-409F-9B3A-74992014501F}" type="sibTrans" cxnId="{95AFAE6A-A37C-44FA-B09B-F4E20FA2954E}">
      <dgm:prSet/>
      <dgm:spPr/>
      <dgm:t>
        <a:bodyPr/>
        <a:lstStyle/>
        <a:p>
          <a:endParaRPr lang="en-US"/>
        </a:p>
      </dgm:t>
    </dgm:pt>
    <dgm:pt modelId="{09927421-7938-4A25-BE8C-E8C816A043AE}">
      <dgm:prSet/>
      <dgm:spPr/>
      <dgm:t>
        <a:bodyPr/>
        <a:lstStyle/>
        <a:p>
          <a:r>
            <a:rPr lang="en-IN"/>
            <a:t>Extracted statistical features (mean, std, RMS, etc.) for each attempt</a:t>
          </a:r>
          <a:endParaRPr lang="en-US"/>
        </a:p>
      </dgm:t>
    </dgm:pt>
    <dgm:pt modelId="{6E401C32-ADEA-4D76-BD8E-0859F1108F0C}" type="parTrans" cxnId="{4D815C8B-93E9-4499-9A68-89BDD16B3E09}">
      <dgm:prSet/>
      <dgm:spPr/>
      <dgm:t>
        <a:bodyPr/>
        <a:lstStyle/>
        <a:p>
          <a:endParaRPr lang="en-US"/>
        </a:p>
      </dgm:t>
    </dgm:pt>
    <dgm:pt modelId="{0DA72544-A735-484E-93EE-D37B09F773B4}" type="sibTrans" cxnId="{4D815C8B-93E9-4499-9A68-89BDD16B3E09}">
      <dgm:prSet/>
      <dgm:spPr/>
      <dgm:t>
        <a:bodyPr/>
        <a:lstStyle/>
        <a:p>
          <a:endParaRPr lang="en-US"/>
        </a:p>
      </dgm:t>
    </dgm:pt>
    <dgm:pt modelId="{B851F435-44FF-46D6-9498-AD5231FE901B}">
      <dgm:prSet/>
      <dgm:spPr/>
      <dgm:t>
        <a:bodyPr/>
        <a:lstStyle/>
        <a:p>
          <a:r>
            <a:rPr lang="en-IN" b="1"/>
            <a:t>Multimodal Fusion</a:t>
          </a:r>
          <a:r>
            <a:rPr lang="en-IN"/>
            <a:t> </a:t>
          </a:r>
          <a:endParaRPr lang="en-US"/>
        </a:p>
      </dgm:t>
    </dgm:pt>
    <dgm:pt modelId="{A74264C0-0D3F-4F05-BA57-2B5BBAEE576D}" type="parTrans" cxnId="{70A535FA-A300-4B02-80E8-847DB0EC76BC}">
      <dgm:prSet/>
      <dgm:spPr/>
      <dgm:t>
        <a:bodyPr/>
        <a:lstStyle/>
        <a:p>
          <a:endParaRPr lang="en-US"/>
        </a:p>
      </dgm:t>
    </dgm:pt>
    <dgm:pt modelId="{53A01F6D-9FB3-4107-8F15-BCD50087E3C8}" type="sibTrans" cxnId="{70A535FA-A300-4B02-80E8-847DB0EC76B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32329F2-8634-4860-B56F-BE46AB37AA85}">
      <dgm:prSet/>
      <dgm:spPr/>
      <dgm:t>
        <a:bodyPr/>
        <a:lstStyle/>
        <a:p>
          <a:r>
            <a:rPr lang="en-IN"/>
            <a:t>Combined all sensor features into a single dataset </a:t>
          </a:r>
          <a:endParaRPr lang="en-US"/>
        </a:p>
      </dgm:t>
    </dgm:pt>
    <dgm:pt modelId="{528991D8-6700-40BD-A38C-5D4C2D4D57A3}" type="parTrans" cxnId="{DC7209EB-2C7C-4E15-BD65-7913A7E890E9}">
      <dgm:prSet/>
      <dgm:spPr/>
      <dgm:t>
        <a:bodyPr/>
        <a:lstStyle/>
        <a:p>
          <a:endParaRPr lang="en-US"/>
        </a:p>
      </dgm:t>
    </dgm:pt>
    <dgm:pt modelId="{E7658E7B-1840-4C82-8004-A5F3B117ECB4}" type="sibTrans" cxnId="{DC7209EB-2C7C-4E15-BD65-7913A7E890E9}">
      <dgm:prSet/>
      <dgm:spPr/>
      <dgm:t>
        <a:bodyPr/>
        <a:lstStyle/>
        <a:p>
          <a:endParaRPr lang="en-US"/>
        </a:p>
      </dgm:t>
    </dgm:pt>
    <dgm:pt modelId="{45A55DF0-F472-4753-BDFE-A383D28E57DE}">
      <dgm:prSet/>
      <dgm:spPr/>
      <dgm:t>
        <a:bodyPr/>
        <a:lstStyle/>
        <a:p>
          <a:endParaRPr lang="en-US"/>
        </a:p>
      </dgm:t>
    </dgm:pt>
    <dgm:pt modelId="{492D0B9B-ACD6-480F-8D25-1165CE3E2843}" type="parTrans" cxnId="{FB1F48C1-FBC4-4CB6-8477-8E0DF5DE632D}">
      <dgm:prSet/>
      <dgm:spPr/>
      <dgm:t>
        <a:bodyPr/>
        <a:lstStyle/>
        <a:p>
          <a:endParaRPr lang="en-US"/>
        </a:p>
      </dgm:t>
    </dgm:pt>
    <dgm:pt modelId="{1AC605C5-993B-4FF4-AFA9-2BFE47427B82}" type="sibTrans" cxnId="{FB1F48C1-FBC4-4CB6-8477-8E0DF5DE632D}">
      <dgm:prSet/>
      <dgm:spPr/>
      <dgm:t>
        <a:bodyPr/>
        <a:lstStyle/>
        <a:p>
          <a:endParaRPr lang="en-US"/>
        </a:p>
      </dgm:t>
    </dgm:pt>
    <dgm:pt modelId="{FA07B9C5-B788-4BC8-9EEF-869BA03D7963}">
      <dgm:prSet/>
      <dgm:spPr/>
      <dgm:t>
        <a:bodyPr/>
        <a:lstStyle/>
        <a:p>
          <a:r>
            <a:rPr lang="en-US"/>
            <a:t>Dimensionality reduction using PCA and feature importance calculation</a:t>
          </a:r>
        </a:p>
      </dgm:t>
    </dgm:pt>
    <dgm:pt modelId="{BC02F857-A6AB-487D-8E0F-423BFFD4755A}" type="parTrans" cxnId="{059248E0-76A8-440C-BB01-128C57CE2A37}">
      <dgm:prSet/>
      <dgm:spPr/>
      <dgm:t>
        <a:bodyPr/>
        <a:lstStyle/>
        <a:p>
          <a:endParaRPr lang="en-US"/>
        </a:p>
      </dgm:t>
    </dgm:pt>
    <dgm:pt modelId="{107CC363-9BD5-484C-A05F-66FB1B7F3596}" type="sibTrans" cxnId="{059248E0-76A8-440C-BB01-128C57CE2A37}">
      <dgm:prSet/>
      <dgm:spPr/>
      <dgm:t>
        <a:bodyPr/>
        <a:lstStyle/>
        <a:p>
          <a:endParaRPr lang="en-US"/>
        </a:p>
      </dgm:t>
    </dgm:pt>
    <dgm:pt modelId="{F091C221-6558-4303-BDEA-555D6B6C45BA}" type="pres">
      <dgm:prSet presAssocID="{868B0C91-D72D-4604-B543-52CEE6C27981}" presName="linearFlow" presStyleCnt="0">
        <dgm:presLayoutVars>
          <dgm:dir/>
          <dgm:animLvl val="lvl"/>
          <dgm:resizeHandles val="exact"/>
        </dgm:presLayoutVars>
      </dgm:prSet>
      <dgm:spPr/>
    </dgm:pt>
    <dgm:pt modelId="{905DB882-29C4-4930-859B-FE76639B3436}" type="pres">
      <dgm:prSet presAssocID="{38EDC1BE-FD9A-4331-857F-AA4D27AE7393}" presName="compositeNode" presStyleCnt="0"/>
      <dgm:spPr/>
    </dgm:pt>
    <dgm:pt modelId="{E8CF4768-0CA8-4DED-89CB-8E73CE20D577}" type="pres">
      <dgm:prSet presAssocID="{38EDC1BE-FD9A-4331-857F-AA4D27AE739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F7D1EC7-8076-48F7-AAE9-93E821459993}" type="pres">
      <dgm:prSet presAssocID="{38EDC1BE-FD9A-4331-857F-AA4D27AE7393}" presName="parSh" presStyleCnt="0"/>
      <dgm:spPr/>
    </dgm:pt>
    <dgm:pt modelId="{49494EE8-9A81-4C9F-9781-6FA437387821}" type="pres">
      <dgm:prSet presAssocID="{38EDC1BE-FD9A-4331-857F-AA4D27AE7393}" presName="lineNode" presStyleLbl="alignAccFollowNode1" presStyleIdx="0" presStyleCnt="21"/>
      <dgm:spPr/>
    </dgm:pt>
    <dgm:pt modelId="{D451F268-3387-47AB-A001-F892100A0E9F}" type="pres">
      <dgm:prSet presAssocID="{38EDC1BE-FD9A-4331-857F-AA4D27AE7393}" presName="lineArrowNode" presStyleLbl="alignAccFollowNode1" presStyleIdx="1" presStyleCnt="21"/>
      <dgm:spPr/>
    </dgm:pt>
    <dgm:pt modelId="{5720D333-06AA-424F-8EBE-0539F21EEF5F}" type="pres">
      <dgm:prSet presAssocID="{2497B145-5F9A-48A9-B6D6-6B4533EB1795}" presName="sibTransNodeCircle" presStyleLbl="alignNode1" presStyleIdx="0" presStyleCnt="7">
        <dgm:presLayoutVars>
          <dgm:chMax val="0"/>
          <dgm:bulletEnabled/>
        </dgm:presLayoutVars>
      </dgm:prSet>
      <dgm:spPr/>
    </dgm:pt>
    <dgm:pt modelId="{81BABD53-EE1C-42AF-9E29-CAA632BDDCDC}" type="pres">
      <dgm:prSet presAssocID="{2497B145-5F9A-48A9-B6D6-6B4533EB1795}" presName="spacerBetweenCircleAndCallout" presStyleCnt="0">
        <dgm:presLayoutVars/>
      </dgm:prSet>
      <dgm:spPr/>
    </dgm:pt>
    <dgm:pt modelId="{4FAD2681-3C57-4F64-AE26-B8AD174D3DE5}" type="pres">
      <dgm:prSet presAssocID="{38EDC1BE-FD9A-4331-857F-AA4D27AE7393}" presName="nodeText" presStyleLbl="alignAccFollowNode1" presStyleIdx="2" presStyleCnt="21">
        <dgm:presLayoutVars>
          <dgm:bulletEnabled val="1"/>
        </dgm:presLayoutVars>
      </dgm:prSet>
      <dgm:spPr/>
    </dgm:pt>
    <dgm:pt modelId="{C4CE02A8-A7C7-4837-A449-DFDDF2C8C392}" type="pres">
      <dgm:prSet presAssocID="{2497B145-5F9A-48A9-B6D6-6B4533EB1795}" presName="sibTransComposite" presStyleCnt="0"/>
      <dgm:spPr/>
    </dgm:pt>
    <dgm:pt modelId="{45D81BBC-AE4C-4B92-88D5-AD12AECD994A}" type="pres">
      <dgm:prSet presAssocID="{4E97BF9D-0754-40F1-959F-418814EFEB1D}" presName="compositeNode" presStyleCnt="0"/>
      <dgm:spPr/>
    </dgm:pt>
    <dgm:pt modelId="{F5523CB4-9CF3-4679-BD8F-FF8C08AC6605}" type="pres">
      <dgm:prSet presAssocID="{4E97BF9D-0754-40F1-959F-418814EFEB1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14CBEBF-C43C-4EE1-AAEF-FA68E15CEEEB}" type="pres">
      <dgm:prSet presAssocID="{4E97BF9D-0754-40F1-959F-418814EFEB1D}" presName="parSh" presStyleCnt="0"/>
      <dgm:spPr/>
    </dgm:pt>
    <dgm:pt modelId="{D1924CFC-C23B-43BB-B670-0BFD3484FCE6}" type="pres">
      <dgm:prSet presAssocID="{4E97BF9D-0754-40F1-959F-418814EFEB1D}" presName="lineNode" presStyleLbl="alignAccFollowNode1" presStyleIdx="3" presStyleCnt="21"/>
      <dgm:spPr/>
    </dgm:pt>
    <dgm:pt modelId="{A23B499E-DA8C-4C4E-ABDF-042C7F01E849}" type="pres">
      <dgm:prSet presAssocID="{4E97BF9D-0754-40F1-959F-418814EFEB1D}" presName="lineArrowNode" presStyleLbl="alignAccFollowNode1" presStyleIdx="4" presStyleCnt="21"/>
      <dgm:spPr/>
    </dgm:pt>
    <dgm:pt modelId="{CBA6B679-CFB5-4171-A834-A5F94E46A074}" type="pres">
      <dgm:prSet presAssocID="{EDEF1B71-B60B-429D-B4E1-E8518C11B4E7}" presName="sibTransNodeCircle" presStyleLbl="alignNode1" presStyleIdx="1" presStyleCnt="7">
        <dgm:presLayoutVars>
          <dgm:chMax val="0"/>
          <dgm:bulletEnabled/>
        </dgm:presLayoutVars>
      </dgm:prSet>
      <dgm:spPr/>
    </dgm:pt>
    <dgm:pt modelId="{5444F8B1-5D95-487D-94B4-5AA16EB67C8B}" type="pres">
      <dgm:prSet presAssocID="{EDEF1B71-B60B-429D-B4E1-E8518C11B4E7}" presName="spacerBetweenCircleAndCallout" presStyleCnt="0">
        <dgm:presLayoutVars/>
      </dgm:prSet>
      <dgm:spPr/>
    </dgm:pt>
    <dgm:pt modelId="{73342E57-3F5A-4E39-BC52-8BB2DE0AE319}" type="pres">
      <dgm:prSet presAssocID="{4E97BF9D-0754-40F1-959F-418814EFEB1D}" presName="nodeText" presStyleLbl="alignAccFollowNode1" presStyleIdx="5" presStyleCnt="21">
        <dgm:presLayoutVars>
          <dgm:bulletEnabled val="1"/>
        </dgm:presLayoutVars>
      </dgm:prSet>
      <dgm:spPr/>
    </dgm:pt>
    <dgm:pt modelId="{820ECCB4-17F5-4602-9F04-840F3DAB30A1}" type="pres">
      <dgm:prSet presAssocID="{EDEF1B71-B60B-429D-B4E1-E8518C11B4E7}" presName="sibTransComposite" presStyleCnt="0"/>
      <dgm:spPr/>
    </dgm:pt>
    <dgm:pt modelId="{926AB016-BF6F-407F-B840-E189799EFC75}" type="pres">
      <dgm:prSet presAssocID="{B851F435-44FF-46D6-9498-AD5231FE901B}" presName="compositeNode" presStyleCnt="0"/>
      <dgm:spPr/>
    </dgm:pt>
    <dgm:pt modelId="{5EDB950F-2B1B-42E9-9EA7-6C7FF555A5B1}" type="pres">
      <dgm:prSet presAssocID="{B851F435-44FF-46D6-9498-AD5231FE901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A847855-EADC-4A16-AF45-F0B67C9C7B89}" type="pres">
      <dgm:prSet presAssocID="{B851F435-44FF-46D6-9498-AD5231FE901B}" presName="parSh" presStyleCnt="0"/>
      <dgm:spPr/>
    </dgm:pt>
    <dgm:pt modelId="{D050A14B-A233-4620-AB4E-0384B0EBA204}" type="pres">
      <dgm:prSet presAssocID="{B851F435-44FF-46D6-9498-AD5231FE901B}" presName="lineNode" presStyleLbl="alignAccFollowNode1" presStyleIdx="6" presStyleCnt="21"/>
      <dgm:spPr/>
    </dgm:pt>
    <dgm:pt modelId="{02436523-EB45-4B0C-811A-CAB4D12A6184}" type="pres">
      <dgm:prSet presAssocID="{B851F435-44FF-46D6-9498-AD5231FE901B}" presName="lineArrowNode" presStyleLbl="alignAccFollowNode1" presStyleIdx="7" presStyleCnt="21"/>
      <dgm:spPr/>
    </dgm:pt>
    <dgm:pt modelId="{15E727F9-7CE5-4B94-86EB-7A51A2C4918C}" type="pres">
      <dgm:prSet presAssocID="{53A01F6D-9FB3-4107-8F15-BCD50087E3C8}" presName="sibTransNodeCircle" presStyleLbl="alignNode1" presStyleIdx="2" presStyleCnt="7">
        <dgm:presLayoutVars>
          <dgm:chMax val="0"/>
          <dgm:bulletEnabled/>
        </dgm:presLayoutVars>
      </dgm:prSet>
      <dgm:spPr/>
    </dgm:pt>
    <dgm:pt modelId="{CE3A309C-2EBB-4F7A-940B-416AD98A21F5}" type="pres">
      <dgm:prSet presAssocID="{53A01F6D-9FB3-4107-8F15-BCD50087E3C8}" presName="spacerBetweenCircleAndCallout" presStyleCnt="0">
        <dgm:presLayoutVars/>
      </dgm:prSet>
      <dgm:spPr/>
    </dgm:pt>
    <dgm:pt modelId="{9D3B2EC0-7BF4-479F-AAB7-98BD175C3E15}" type="pres">
      <dgm:prSet presAssocID="{B851F435-44FF-46D6-9498-AD5231FE901B}" presName="nodeText" presStyleLbl="alignAccFollowNode1" presStyleIdx="8" presStyleCnt="21">
        <dgm:presLayoutVars>
          <dgm:bulletEnabled val="1"/>
        </dgm:presLayoutVars>
      </dgm:prSet>
      <dgm:spPr/>
    </dgm:pt>
    <dgm:pt modelId="{1A34AE52-4EF7-40B4-AC04-83A416508CA5}" type="pres">
      <dgm:prSet presAssocID="{53A01F6D-9FB3-4107-8F15-BCD50087E3C8}" presName="sibTransComposite" presStyleCnt="0"/>
      <dgm:spPr/>
    </dgm:pt>
    <dgm:pt modelId="{5E20688E-F827-4E6F-AA25-201C7C7DF7BD}" type="pres">
      <dgm:prSet presAssocID="{6FAA5899-3F2D-4713-8B7E-DBF1E5E5867B}" presName="compositeNode" presStyleCnt="0"/>
      <dgm:spPr/>
    </dgm:pt>
    <dgm:pt modelId="{C987581D-2500-418F-8867-4592FAF10E84}" type="pres">
      <dgm:prSet presAssocID="{6FAA5899-3F2D-4713-8B7E-DBF1E5E5867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1669997-C2CD-4412-9D5F-DF8EE8EB0E4B}" type="pres">
      <dgm:prSet presAssocID="{6FAA5899-3F2D-4713-8B7E-DBF1E5E5867B}" presName="parSh" presStyleCnt="0"/>
      <dgm:spPr/>
    </dgm:pt>
    <dgm:pt modelId="{0056C141-1641-468B-98F5-65E479B9E953}" type="pres">
      <dgm:prSet presAssocID="{6FAA5899-3F2D-4713-8B7E-DBF1E5E5867B}" presName="lineNode" presStyleLbl="alignAccFollowNode1" presStyleIdx="9" presStyleCnt="21"/>
      <dgm:spPr/>
    </dgm:pt>
    <dgm:pt modelId="{3A91709F-4EDB-4340-95BA-35576CEA3E52}" type="pres">
      <dgm:prSet presAssocID="{6FAA5899-3F2D-4713-8B7E-DBF1E5E5867B}" presName="lineArrowNode" presStyleLbl="alignAccFollowNode1" presStyleIdx="10" presStyleCnt="21"/>
      <dgm:spPr/>
    </dgm:pt>
    <dgm:pt modelId="{056B702A-432A-41C8-8B5B-55AF45E0A5E8}" type="pres">
      <dgm:prSet presAssocID="{D7DFD68B-FDD3-4497-A3AF-AC1A2292C7CF}" presName="sibTransNodeCircle" presStyleLbl="alignNode1" presStyleIdx="3" presStyleCnt="7">
        <dgm:presLayoutVars>
          <dgm:chMax val="0"/>
          <dgm:bulletEnabled/>
        </dgm:presLayoutVars>
      </dgm:prSet>
      <dgm:spPr/>
    </dgm:pt>
    <dgm:pt modelId="{D3C3BE3E-6FA9-4715-B6D2-8E352C31AD59}" type="pres">
      <dgm:prSet presAssocID="{D7DFD68B-FDD3-4497-A3AF-AC1A2292C7CF}" presName="spacerBetweenCircleAndCallout" presStyleCnt="0">
        <dgm:presLayoutVars/>
      </dgm:prSet>
      <dgm:spPr/>
    </dgm:pt>
    <dgm:pt modelId="{A116492A-F33D-4088-9EB0-D4306D6EAE0A}" type="pres">
      <dgm:prSet presAssocID="{6FAA5899-3F2D-4713-8B7E-DBF1E5E5867B}" presName="nodeText" presStyleLbl="alignAccFollowNode1" presStyleIdx="11" presStyleCnt="21">
        <dgm:presLayoutVars>
          <dgm:bulletEnabled val="1"/>
        </dgm:presLayoutVars>
      </dgm:prSet>
      <dgm:spPr/>
    </dgm:pt>
    <dgm:pt modelId="{1672FB39-7A35-4409-811F-CFC3BBE4F4B3}" type="pres">
      <dgm:prSet presAssocID="{D7DFD68B-FDD3-4497-A3AF-AC1A2292C7CF}" presName="sibTransComposite" presStyleCnt="0"/>
      <dgm:spPr/>
    </dgm:pt>
    <dgm:pt modelId="{3A20AA15-2F22-4F83-A062-55489C380EEC}" type="pres">
      <dgm:prSet presAssocID="{E76A11F1-0A98-44C1-95BF-DAC956B60D2A}" presName="compositeNode" presStyleCnt="0"/>
      <dgm:spPr/>
    </dgm:pt>
    <dgm:pt modelId="{7E91964C-8E85-4426-96AA-5FAEFFAA7580}" type="pres">
      <dgm:prSet presAssocID="{E76A11F1-0A98-44C1-95BF-DAC956B60D2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270B52F-AB54-4250-8812-D0EEA6639C37}" type="pres">
      <dgm:prSet presAssocID="{E76A11F1-0A98-44C1-95BF-DAC956B60D2A}" presName="parSh" presStyleCnt="0"/>
      <dgm:spPr/>
    </dgm:pt>
    <dgm:pt modelId="{8882A592-5FA2-401E-B7D7-C2EC83CD582C}" type="pres">
      <dgm:prSet presAssocID="{E76A11F1-0A98-44C1-95BF-DAC956B60D2A}" presName="lineNode" presStyleLbl="alignAccFollowNode1" presStyleIdx="12" presStyleCnt="21"/>
      <dgm:spPr/>
    </dgm:pt>
    <dgm:pt modelId="{3C5142C5-04E0-4773-9825-BF0A1DF3E72C}" type="pres">
      <dgm:prSet presAssocID="{E76A11F1-0A98-44C1-95BF-DAC956B60D2A}" presName="lineArrowNode" presStyleLbl="alignAccFollowNode1" presStyleIdx="13" presStyleCnt="21"/>
      <dgm:spPr/>
    </dgm:pt>
    <dgm:pt modelId="{6DBB47C1-F651-4D28-B7A3-6F9687F7DA09}" type="pres">
      <dgm:prSet presAssocID="{B2544537-66C7-4B39-96CB-A4B86C6B52A8}" presName="sibTransNodeCircle" presStyleLbl="alignNode1" presStyleIdx="4" presStyleCnt="7">
        <dgm:presLayoutVars>
          <dgm:chMax val="0"/>
          <dgm:bulletEnabled/>
        </dgm:presLayoutVars>
      </dgm:prSet>
      <dgm:spPr/>
    </dgm:pt>
    <dgm:pt modelId="{54C130DE-339E-453A-9EF5-DE03DD8BBC55}" type="pres">
      <dgm:prSet presAssocID="{B2544537-66C7-4B39-96CB-A4B86C6B52A8}" presName="spacerBetweenCircleAndCallout" presStyleCnt="0">
        <dgm:presLayoutVars/>
      </dgm:prSet>
      <dgm:spPr/>
    </dgm:pt>
    <dgm:pt modelId="{0E629C4B-E477-4130-9CDE-73B5AF666BFA}" type="pres">
      <dgm:prSet presAssocID="{E76A11F1-0A98-44C1-95BF-DAC956B60D2A}" presName="nodeText" presStyleLbl="alignAccFollowNode1" presStyleIdx="14" presStyleCnt="21">
        <dgm:presLayoutVars>
          <dgm:bulletEnabled val="1"/>
        </dgm:presLayoutVars>
      </dgm:prSet>
      <dgm:spPr/>
    </dgm:pt>
    <dgm:pt modelId="{D089829B-60D9-4959-89C2-C3CB00AA40C0}" type="pres">
      <dgm:prSet presAssocID="{B2544537-66C7-4B39-96CB-A4B86C6B52A8}" presName="sibTransComposite" presStyleCnt="0"/>
      <dgm:spPr/>
    </dgm:pt>
    <dgm:pt modelId="{DB20D185-BF54-4A34-A2AE-CDC0E4FF2C88}" type="pres">
      <dgm:prSet presAssocID="{F413F5CA-6F08-48E4-926A-214BFC588E4D}" presName="compositeNode" presStyleCnt="0"/>
      <dgm:spPr/>
    </dgm:pt>
    <dgm:pt modelId="{635C7D39-057E-425F-8F4F-24771F635C85}" type="pres">
      <dgm:prSet presAssocID="{F413F5CA-6F08-48E4-926A-214BFC588E4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93FB2A6-7CC2-486F-8AE8-3FE83154337D}" type="pres">
      <dgm:prSet presAssocID="{F413F5CA-6F08-48E4-926A-214BFC588E4D}" presName="parSh" presStyleCnt="0"/>
      <dgm:spPr/>
    </dgm:pt>
    <dgm:pt modelId="{8ACD286E-9824-4E80-977E-F44A9D30F4FC}" type="pres">
      <dgm:prSet presAssocID="{F413F5CA-6F08-48E4-926A-214BFC588E4D}" presName="lineNode" presStyleLbl="alignAccFollowNode1" presStyleIdx="15" presStyleCnt="21"/>
      <dgm:spPr/>
    </dgm:pt>
    <dgm:pt modelId="{B071F726-E4CA-44AA-84A3-2720E20DFC60}" type="pres">
      <dgm:prSet presAssocID="{F413F5CA-6F08-48E4-926A-214BFC588E4D}" presName="lineArrowNode" presStyleLbl="alignAccFollowNode1" presStyleIdx="16" presStyleCnt="21"/>
      <dgm:spPr/>
    </dgm:pt>
    <dgm:pt modelId="{B80B0173-8F5F-4389-AA93-49164B666BE1}" type="pres">
      <dgm:prSet presAssocID="{78197E43-0A46-415A-8169-F3814F1DE395}" presName="sibTransNodeCircle" presStyleLbl="alignNode1" presStyleIdx="5" presStyleCnt="7">
        <dgm:presLayoutVars>
          <dgm:chMax val="0"/>
          <dgm:bulletEnabled/>
        </dgm:presLayoutVars>
      </dgm:prSet>
      <dgm:spPr/>
    </dgm:pt>
    <dgm:pt modelId="{CD2FB9ED-9021-4046-AE07-CADFFC348A20}" type="pres">
      <dgm:prSet presAssocID="{78197E43-0A46-415A-8169-F3814F1DE395}" presName="spacerBetweenCircleAndCallout" presStyleCnt="0">
        <dgm:presLayoutVars/>
      </dgm:prSet>
      <dgm:spPr/>
    </dgm:pt>
    <dgm:pt modelId="{1E32FCA0-9711-4D22-9E29-54D19223B522}" type="pres">
      <dgm:prSet presAssocID="{F413F5CA-6F08-48E4-926A-214BFC588E4D}" presName="nodeText" presStyleLbl="alignAccFollowNode1" presStyleIdx="17" presStyleCnt="21">
        <dgm:presLayoutVars>
          <dgm:bulletEnabled val="1"/>
        </dgm:presLayoutVars>
      </dgm:prSet>
      <dgm:spPr/>
    </dgm:pt>
    <dgm:pt modelId="{C7498E87-6FAA-4024-BA4E-1FDD38088655}" type="pres">
      <dgm:prSet presAssocID="{78197E43-0A46-415A-8169-F3814F1DE395}" presName="sibTransComposite" presStyleCnt="0"/>
      <dgm:spPr/>
    </dgm:pt>
    <dgm:pt modelId="{F9B39FE1-443E-4125-88EC-AF71A1CD927A}" type="pres">
      <dgm:prSet presAssocID="{307DECDB-63F1-4C43-86CA-FA9831BBB3F1}" presName="compositeNode" presStyleCnt="0"/>
      <dgm:spPr/>
    </dgm:pt>
    <dgm:pt modelId="{A38B7F00-C3F8-4122-8113-384942F2F19A}" type="pres">
      <dgm:prSet presAssocID="{307DECDB-63F1-4C43-86CA-FA9831BBB3F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9C177F6-1741-4AE8-9697-A72EEE7D5C80}" type="pres">
      <dgm:prSet presAssocID="{307DECDB-63F1-4C43-86CA-FA9831BBB3F1}" presName="parSh" presStyleCnt="0"/>
      <dgm:spPr/>
    </dgm:pt>
    <dgm:pt modelId="{91FBD4D9-49CB-4333-9C89-B2004A78048F}" type="pres">
      <dgm:prSet presAssocID="{307DECDB-63F1-4C43-86CA-FA9831BBB3F1}" presName="lineNode" presStyleLbl="alignAccFollowNode1" presStyleIdx="18" presStyleCnt="21"/>
      <dgm:spPr/>
    </dgm:pt>
    <dgm:pt modelId="{0D2619A8-6CB1-4D3E-B1EA-7B0D7255BEA9}" type="pres">
      <dgm:prSet presAssocID="{307DECDB-63F1-4C43-86CA-FA9831BBB3F1}" presName="lineArrowNode" presStyleLbl="alignAccFollowNode1" presStyleIdx="19" presStyleCnt="21"/>
      <dgm:spPr/>
    </dgm:pt>
    <dgm:pt modelId="{F109F87C-D177-4CCC-87F6-FFDC0B186F0B}" type="pres">
      <dgm:prSet presAssocID="{7505301D-7C4E-499A-9134-D9B80FF004AB}" presName="sibTransNodeCircle" presStyleLbl="alignNode1" presStyleIdx="6" presStyleCnt="7">
        <dgm:presLayoutVars>
          <dgm:chMax val="0"/>
          <dgm:bulletEnabled/>
        </dgm:presLayoutVars>
      </dgm:prSet>
      <dgm:spPr/>
    </dgm:pt>
    <dgm:pt modelId="{C5350275-0621-4D87-948B-FE279548AC47}" type="pres">
      <dgm:prSet presAssocID="{7505301D-7C4E-499A-9134-D9B80FF004AB}" presName="spacerBetweenCircleAndCallout" presStyleCnt="0">
        <dgm:presLayoutVars/>
      </dgm:prSet>
      <dgm:spPr/>
    </dgm:pt>
    <dgm:pt modelId="{96C2CDD1-533D-45D0-A065-ED7ABE97279A}" type="pres">
      <dgm:prSet presAssocID="{307DECDB-63F1-4C43-86CA-FA9831BBB3F1}" presName="nodeText" presStyleLbl="alignAccFollowNode1" presStyleIdx="20" presStyleCnt="21">
        <dgm:presLayoutVars>
          <dgm:bulletEnabled val="1"/>
        </dgm:presLayoutVars>
      </dgm:prSet>
      <dgm:spPr/>
    </dgm:pt>
  </dgm:ptLst>
  <dgm:cxnLst>
    <dgm:cxn modelId="{AAF44300-F48B-44CD-B963-F5387057D00B}" type="presOf" srcId="{FA07B9C5-B788-4BC8-9EEF-869BA03D7963}" destId="{0E629C4B-E477-4130-9CDE-73B5AF666BFA}" srcOrd="0" destOrd="2" presId="urn:microsoft.com/office/officeart/2016/7/layout/LinearArrowProcessNumbered"/>
    <dgm:cxn modelId="{7C6EAA03-1597-4BE4-939E-1C724B19E032}" type="presOf" srcId="{2497B145-5F9A-48A9-B6D6-6B4533EB1795}" destId="{5720D333-06AA-424F-8EBE-0539F21EEF5F}" srcOrd="0" destOrd="0" presId="urn:microsoft.com/office/officeart/2016/7/layout/LinearArrowProcessNumbered"/>
    <dgm:cxn modelId="{48333104-FB8C-409C-9FCA-A0504A90D2A1}" srcId="{E76A11F1-0A98-44C1-95BF-DAC956B60D2A}" destId="{1C218D08-0F37-443F-A715-C5CC38A42AB7}" srcOrd="0" destOrd="0" parTransId="{0E0B648E-43D7-4294-80B5-11F89BCCA65E}" sibTransId="{55C29E19-DDF6-489C-ABC1-B8E6C5277894}"/>
    <dgm:cxn modelId="{79314504-A6F4-4A4E-8CCC-259A4A7A304C}" type="presOf" srcId="{C1160E03-425A-4DBE-A04E-5209F13AFB91}" destId="{4FAD2681-3C57-4F64-AE26-B8AD174D3DE5}" srcOrd="0" destOrd="1" presId="urn:microsoft.com/office/officeart/2016/7/layout/LinearArrowProcessNumbered"/>
    <dgm:cxn modelId="{50FF9107-E019-405F-A9C7-FEBF38FB5CFA}" type="presOf" srcId="{232329F2-8634-4860-B56F-BE46AB37AA85}" destId="{9D3B2EC0-7BF4-479F-AAB7-98BD175C3E15}" srcOrd="0" destOrd="1" presId="urn:microsoft.com/office/officeart/2016/7/layout/LinearArrowProcessNumbered"/>
    <dgm:cxn modelId="{A68AFF09-9140-4E3B-9499-F0A7A446698F}" type="presOf" srcId="{B851F435-44FF-46D6-9498-AD5231FE901B}" destId="{9D3B2EC0-7BF4-479F-AAB7-98BD175C3E15}" srcOrd="0" destOrd="0" presId="urn:microsoft.com/office/officeart/2016/7/layout/LinearArrowProcessNumbered"/>
    <dgm:cxn modelId="{D5B7D90B-E0A9-42C9-9EC1-226B28531845}" srcId="{868B0C91-D72D-4604-B543-52CEE6C27981}" destId="{E76A11F1-0A98-44C1-95BF-DAC956B60D2A}" srcOrd="4" destOrd="0" parTransId="{C7F92675-8273-48CC-B767-F835D98B6E65}" sibTransId="{B2544537-66C7-4B39-96CB-A4B86C6B52A8}"/>
    <dgm:cxn modelId="{9E8ABC18-EBC3-40BD-906D-221D0D9BA307}" srcId="{868B0C91-D72D-4604-B543-52CEE6C27981}" destId="{4E97BF9D-0754-40F1-959F-418814EFEB1D}" srcOrd="1" destOrd="0" parTransId="{FE8AFC24-AD96-418B-8B49-4F21FC0F317B}" sibTransId="{EDEF1B71-B60B-429D-B4E1-E8518C11B4E7}"/>
    <dgm:cxn modelId="{7C5E8C22-D510-4334-90B2-9E3C21A38BF3}" type="presOf" srcId="{A55F0921-91DC-4E6E-BDA8-C01F2150C6B1}" destId="{A116492A-F33D-4088-9EB0-D4306D6EAE0A}" srcOrd="0" destOrd="1" presId="urn:microsoft.com/office/officeart/2016/7/layout/LinearArrowProcessNumbered"/>
    <dgm:cxn modelId="{4277552B-992F-4431-8A6C-3117F8DB96F3}" type="presOf" srcId="{53A01F6D-9FB3-4107-8F15-BCD50087E3C8}" destId="{15E727F9-7CE5-4B94-86EB-7A51A2C4918C}" srcOrd="0" destOrd="0" presId="urn:microsoft.com/office/officeart/2016/7/layout/LinearArrowProcessNumbered"/>
    <dgm:cxn modelId="{55203435-7F98-408B-8935-CC83F3271DFE}" type="presOf" srcId="{5A5F37ED-A135-4EB9-B800-9A4C955E5D51}" destId="{1E32FCA0-9711-4D22-9E29-54D19223B522}" srcOrd="0" destOrd="1" presId="urn:microsoft.com/office/officeart/2016/7/layout/LinearArrowProcessNumbered"/>
    <dgm:cxn modelId="{BCFB273E-179A-430E-B410-BC3E0CED4CA1}" srcId="{868B0C91-D72D-4604-B543-52CEE6C27981}" destId="{38EDC1BE-FD9A-4331-857F-AA4D27AE7393}" srcOrd="0" destOrd="0" parTransId="{C23E38A8-3E35-4050-85A1-3BF78907FBDC}" sibTransId="{2497B145-5F9A-48A9-B6D6-6B4533EB1795}"/>
    <dgm:cxn modelId="{D268363E-ABB4-4841-9FEF-0F9DA12276D0}" srcId="{6FAA5899-3F2D-4713-8B7E-DBF1E5E5867B}" destId="{A55F0921-91DC-4E6E-BDA8-C01F2150C6B1}" srcOrd="0" destOrd="0" parTransId="{FFF5EE35-E3C5-4ABC-9F51-09F700989CE5}" sibTransId="{40B62F2B-A35E-4A78-8E86-4356BA58522E}"/>
    <dgm:cxn modelId="{317A335C-F63A-4C22-9FAC-3E0BDD81C8F5}" type="presOf" srcId="{3A1BB721-0A5D-4DC9-9C01-26F9E46EEA5E}" destId="{A116492A-F33D-4088-9EB0-D4306D6EAE0A}" srcOrd="0" destOrd="2" presId="urn:microsoft.com/office/officeart/2016/7/layout/LinearArrowProcessNumbered"/>
    <dgm:cxn modelId="{3D7C5860-841B-4A21-AD98-FCAAC2757792}" type="presOf" srcId="{7505301D-7C4E-499A-9134-D9B80FF004AB}" destId="{F109F87C-D177-4CCC-87F6-FFDC0B186F0B}" srcOrd="0" destOrd="0" presId="urn:microsoft.com/office/officeart/2016/7/layout/LinearArrowProcessNumbered"/>
    <dgm:cxn modelId="{72F65043-2EEC-4B42-A696-2A004A549E35}" type="presOf" srcId="{7F7393BE-597A-4F31-9F97-09F507232AD7}" destId="{96C2CDD1-533D-45D0-A065-ED7ABE97279A}" srcOrd="0" destOrd="1" presId="urn:microsoft.com/office/officeart/2016/7/layout/LinearArrowProcessNumbered"/>
    <dgm:cxn modelId="{DEA99265-8121-4FD2-BF68-8A7838F6175B}" type="presOf" srcId="{1C218D08-0F37-443F-A715-C5CC38A42AB7}" destId="{0E629C4B-E477-4130-9CDE-73B5AF666BFA}" srcOrd="0" destOrd="1" presId="urn:microsoft.com/office/officeart/2016/7/layout/LinearArrowProcessNumbered"/>
    <dgm:cxn modelId="{95AFAE6A-A37C-44FA-B09B-F4E20FA2954E}" srcId="{307DECDB-63F1-4C43-86CA-FA9831BBB3F1}" destId="{7F7393BE-597A-4F31-9F97-09F507232AD7}" srcOrd="0" destOrd="0" parTransId="{07F1D608-676F-4A93-9948-4B377EA20AA4}" sibTransId="{249A97C7-A97A-409F-9B3A-74992014501F}"/>
    <dgm:cxn modelId="{8CD9206B-D0D1-4DFC-8309-8D96D46C5FA6}" type="presOf" srcId="{307DECDB-63F1-4C43-86CA-FA9831BBB3F1}" destId="{96C2CDD1-533D-45D0-A065-ED7ABE97279A}" srcOrd="0" destOrd="0" presId="urn:microsoft.com/office/officeart/2016/7/layout/LinearArrowProcessNumbered"/>
    <dgm:cxn modelId="{8159726F-E80F-4FC1-939A-0C5926F18D0A}" srcId="{868B0C91-D72D-4604-B543-52CEE6C27981}" destId="{6FAA5899-3F2D-4713-8B7E-DBF1E5E5867B}" srcOrd="3" destOrd="0" parTransId="{A2D3F94D-A608-4F61-B266-59661879B210}" sibTransId="{D7DFD68B-FDD3-4497-A3AF-AC1A2292C7CF}"/>
    <dgm:cxn modelId="{D8333F74-6C79-4448-89EA-D084F60780EF}" type="presOf" srcId="{868B0C91-D72D-4604-B543-52CEE6C27981}" destId="{F091C221-6558-4303-BDEA-555D6B6C45BA}" srcOrd="0" destOrd="0" presId="urn:microsoft.com/office/officeart/2016/7/layout/LinearArrowProcessNumbered"/>
    <dgm:cxn modelId="{F43A8977-1C81-4AF5-81EE-543CB693465E}" srcId="{38EDC1BE-FD9A-4331-857F-AA4D27AE7393}" destId="{C1160E03-425A-4DBE-A04E-5209F13AFB91}" srcOrd="0" destOrd="0" parTransId="{02750393-04B5-4121-A2CE-FA3083FD29EB}" sibTransId="{20C52832-E196-4DEA-A4E1-25CA61213934}"/>
    <dgm:cxn modelId="{9F62537C-CAE0-461C-8C27-809F05E04C2F}" type="presOf" srcId="{F413F5CA-6F08-48E4-926A-214BFC588E4D}" destId="{1E32FCA0-9711-4D22-9E29-54D19223B522}" srcOrd="0" destOrd="0" presId="urn:microsoft.com/office/officeart/2016/7/layout/LinearArrowProcessNumbered"/>
    <dgm:cxn modelId="{4D815C8B-93E9-4499-9A68-89BDD16B3E09}" srcId="{4E97BF9D-0754-40F1-959F-418814EFEB1D}" destId="{09927421-7938-4A25-BE8C-E8C816A043AE}" srcOrd="0" destOrd="0" parTransId="{6E401C32-ADEA-4D76-BD8E-0859F1108F0C}" sibTransId="{0DA72544-A735-484E-93EE-D37B09F773B4}"/>
    <dgm:cxn modelId="{8D0F908B-D794-4E92-A61C-7E49BFD16999}" type="presOf" srcId="{4E97BF9D-0754-40F1-959F-418814EFEB1D}" destId="{73342E57-3F5A-4E39-BC52-8BB2DE0AE319}" srcOrd="0" destOrd="0" presId="urn:microsoft.com/office/officeart/2016/7/layout/LinearArrowProcessNumbered"/>
    <dgm:cxn modelId="{2B222893-3CD5-4768-A150-A1472C7082BD}" srcId="{868B0C91-D72D-4604-B543-52CEE6C27981}" destId="{F413F5CA-6F08-48E4-926A-214BFC588E4D}" srcOrd="5" destOrd="0" parTransId="{BB9ACC74-3AB0-489C-AA8D-F646232CE07F}" sibTransId="{78197E43-0A46-415A-8169-F3814F1DE395}"/>
    <dgm:cxn modelId="{B04C27A4-C36B-4AB8-BE29-7BF8EC4B3F2D}" type="presOf" srcId="{EDEF1B71-B60B-429D-B4E1-E8518C11B4E7}" destId="{CBA6B679-CFB5-4171-A834-A5F94E46A074}" srcOrd="0" destOrd="0" presId="urn:microsoft.com/office/officeart/2016/7/layout/LinearArrowProcessNumbered"/>
    <dgm:cxn modelId="{EE7F30B6-607C-4AA9-87E8-C4D30FF30E22}" type="presOf" srcId="{78197E43-0A46-415A-8169-F3814F1DE395}" destId="{B80B0173-8F5F-4389-AA93-49164B666BE1}" srcOrd="0" destOrd="0" presId="urn:microsoft.com/office/officeart/2016/7/layout/LinearArrowProcessNumbered"/>
    <dgm:cxn modelId="{4DFA7DB6-295C-4347-9FBA-3BEB84D53A55}" type="presOf" srcId="{E76A11F1-0A98-44C1-95BF-DAC956B60D2A}" destId="{0E629C4B-E477-4130-9CDE-73B5AF666BFA}" srcOrd="0" destOrd="0" presId="urn:microsoft.com/office/officeart/2016/7/layout/LinearArrowProcessNumbered"/>
    <dgm:cxn modelId="{FB1F48C1-FBC4-4CB6-8477-8E0DF5DE632D}" srcId="{E76A11F1-0A98-44C1-95BF-DAC956B60D2A}" destId="{45A55DF0-F472-4753-BDFE-A383D28E57DE}" srcOrd="2" destOrd="0" parTransId="{492D0B9B-ACD6-480F-8D25-1165CE3E2843}" sibTransId="{1AC605C5-993B-4FF4-AFA9-2BFE47427B82}"/>
    <dgm:cxn modelId="{52ADC8C7-52EB-4C8D-97C4-15746F971C23}" type="presOf" srcId="{6FAA5899-3F2D-4713-8B7E-DBF1E5E5867B}" destId="{A116492A-F33D-4088-9EB0-D4306D6EAE0A}" srcOrd="0" destOrd="0" presId="urn:microsoft.com/office/officeart/2016/7/layout/LinearArrowProcessNumbered"/>
    <dgm:cxn modelId="{355715CD-76C6-4E78-B603-E7A1FFBDDF4B}" type="presOf" srcId="{B2544537-66C7-4B39-96CB-A4B86C6B52A8}" destId="{6DBB47C1-F651-4D28-B7A3-6F9687F7DA09}" srcOrd="0" destOrd="0" presId="urn:microsoft.com/office/officeart/2016/7/layout/LinearArrowProcessNumbered"/>
    <dgm:cxn modelId="{136CACD1-E096-45C6-AE2E-3A63CF8D40F7}" type="presOf" srcId="{45A55DF0-F472-4753-BDFE-A383D28E57DE}" destId="{0E629C4B-E477-4130-9CDE-73B5AF666BFA}" srcOrd="0" destOrd="3" presId="urn:microsoft.com/office/officeart/2016/7/layout/LinearArrowProcessNumbered"/>
    <dgm:cxn modelId="{059248E0-76A8-440C-BB01-128C57CE2A37}" srcId="{E76A11F1-0A98-44C1-95BF-DAC956B60D2A}" destId="{FA07B9C5-B788-4BC8-9EEF-869BA03D7963}" srcOrd="1" destOrd="0" parTransId="{BC02F857-A6AB-487D-8E0F-423BFFD4755A}" sibTransId="{107CC363-9BD5-484C-A05F-66FB1B7F3596}"/>
    <dgm:cxn modelId="{3A2F45E1-271F-482D-A940-E40B2F344F7D}" type="presOf" srcId="{D7DFD68B-FDD3-4497-A3AF-AC1A2292C7CF}" destId="{056B702A-432A-41C8-8B5B-55AF45E0A5E8}" srcOrd="0" destOrd="0" presId="urn:microsoft.com/office/officeart/2016/7/layout/LinearArrowProcessNumbered"/>
    <dgm:cxn modelId="{8808BDE5-98BA-4AD0-92B2-0C4805DC7EE8}" srcId="{868B0C91-D72D-4604-B543-52CEE6C27981}" destId="{307DECDB-63F1-4C43-86CA-FA9831BBB3F1}" srcOrd="6" destOrd="0" parTransId="{5F4550D1-2590-48F2-85B4-7BC181D414B0}" sibTransId="{7505301D-7C4E-499A-9134-D9B80FF004AB}"/>
    <dgm:cxn modelId="{DC7209EB-2C7C-4E15-BD65-7913A7E890E9}" srcId="{B851F435-44FF-46D6-9498-AD5231FE901B}" destId="{232329F2-8634-4860-B56F-BE46AB37AA85}" srcOrd="0" destOrd="0" parTransId="{528991D8-6700-40BD-A38C-5D4C2D4D57A3}" sibTransId="{E7658E7B-1840-4C82-8004-A5F3B117ECB4}"/>
    <dgm:cxn modelId="{C406C5F0-A249-4A50-829B-9230BBB726A5}" type="presOf" srcId="{09927421-7938-4A25-BE8C-E8C816A043AE}" destId="{73342E57-3F5A-4E39-BC52-8BB2DE0AE319}" srcOrd="0" destOrd="1" presId="urn:microsoft.com/office/officeart/2016/7/layout/LinearArrowProcessNumbered"/>
    <dgm:cxn modelId="{82FD59F5-7B9D-4C91-A42B-1417643E14C2}" srcId="{F413F5CA-6F08-48E4-926A-214BFC588E4D}" destId="{5A5F37ED-A135-4EB9-B800-9A4C955E5D51}" srcOrd="0" destOrd="0" parTransId="{C3E95D75-72CC-44D9-9304-DBFBC73EB4CC}" sibTransId="{C0F9281F-5E55-4E51-A4C6-511CEB9D9756}"/>
    <dgm:cxn modelId="{2D399BF7-2E9B-4E33-8786-6E7D0FF577ED}" type="presOf" srcId="{38EDC1BE-FD9A-4331-857F-AA4D27AE7393}" destId="{4FAD2681-3C57-4F64-AE26-B8AD174D3DE5}" srcOrd="0" destOrd="0" presId="urn:microsoft.com/office/officeart/2016/7/layout/LinearArrowProcessNumbered"/>
    <dgm:cxn modelId="{70A535FA-A300-4B02-80E8-847DB0EC76BC}" srcId="{868B0C91-D72D-4604-B543-52CEE6C27981}" destId="{B851F435-44FF-46D6-9498-AD5231FE901B}" srcOrd="2" destOrd="0" parTransId="{A74264C0-0D3F-4F05-BA57-2B5BBAEE576D}" sibTransId="{53A01F6D-9FB3-4107-8F15-BCD50087E3C8}"/>
    <dgm:cxn modelId="{DD2F6BFE-614C-453F-827C-CF42D3C66D76}" srcId="{6FAA5899-3F2D-4713-8B7E-DBF1E5E5867B}" destId="{3A1BB721-0A5D-4DC9-9C01-26F9E46EEA5E}" srcOrd="1" destOrd="0" parTransId="{62C5B594-38BD-4D58-BC91-FE69F77A3500}" sibTransId="{E048E436-C60F-43AD-A59E-2ABF5B85F248}"/>
    <dgm:cxn modelId="{C1F74951-81B7-4FA2-AD8E-6B8CA7EDAAF6}" type="presParOf" srcId="{F091C221-6558-4303-BDEA-555D6B6C45BA}" destId="{905DB882-29C4-4930-859B-FE76639B3436}" srcOrd="0" destOrd="0" presId="urn:microsoft.com/office/officeart/2016/7/layout/LinearArrowProcessNumbered"/>
    <dgm:cxn modelId="{BEF0CA12-34F4-49FC-A3EA-B9F8C303AC82}" type="presParOf" srcId="{905DB882-29C4-4930-859B-FE76639B3436}" destId="{E8CF4768-0CA8-4DED-89CB-8E73CE20D577}" srcOrd="0" destOrd="0" presId="urn:microsoft.com/office/officeart/2016/7/layout/LinearArrowProcessNumbered"/>
    <dgm:cxn modelId="{1F9F9419-EF2B-45FD-8016-2274590CC889}" type="presParOf" srcId="{905DB882-29C4-4930-859B-FE76639B3436}" destId="{3F7D1EC7-8076-48F7-AAE9-93E821459993}" srcOrd="1" destOrd="0" presId="urn:microsoft.com/office/officeart/2016/7/layout/LinearArrowProcessNumbered"/>
    <dgm:cxn modelId="{260FABD2-9348-47F3-B13B-70E002C1852F}" type="presParOf" srcId="{3F7D1EC7-8076-48F7-AAE9-93E821459993}" destId="{49494EE8-9A81-4C9F-9781-6FA437387821}" srcOrd="0" destOrd="0" presId="urn:microsoft.com/office/officeart/2016/7/layout/LinearArrowProcessNumbered"/>
    <dgm:cxn modelId="{DCB1DE4B-76B8-4C43-819A-5C3578F4DF33}" type="presParOf" srcId="{3F7D1EC7-8076-48F7-AAE9-93E821459993}" destId="{D451F268-3387-47AB-A001-F892100A0E9F}" srcOrd="1" destOrd="0" presId="urn:microsoft.com/office/officeart/2016/7/layout/LinearArrowProcessNumbered"/>
    <dgm:cxn modelId="{CB0E521F-E1D9-4F03-94D9-E1C66C693BFF}" type="presParOf" srcId="{3F7D1EC7-8076-48F7-AAE9-93E821459993}" destId="{5720D333-06AA-424F-8EBE-0539F21EEF5F}" srcOrd="2" destOrd="0" presId="urn:microsoft.com/office/officeart/2016/7/layout/LinearArrowProcessNumbered"/>
    <dgm:cxn modelId="{26B315F9-9AFD-4A45-91E7-D2F904D2F96E}" type="presParOf" srcId="{3F7D1EC7-8076-48F7-AAE9-93E821459993}" destId="{81BABD53-EE1C-42AF-9E29-CAA632BDDCDC}" srcOrd="3" destOrd="0" presId="urn:microsoft.com/office/officeart/2016/7/layout/LinearArrowProcessNumbered"/>
    <dgm:cxn modelId="{B2C3DBA0-6BCA-4D97-9201-5DD2445D259A}" type="presParOf" srcId="{905DB882-29C4-4930-859B-FE76639B3436}" destId="{4FAD2681-3C57-4F64-AE26-B8AD174D3DE5}" srcOrd="2" destOrd="0" presId="urn:microsoft.com/office/officeart/2016/7/layout/LinearArrowProcessNumbered"/>
    <dgm:cxn modelId="{96385E98-86B6-4F9E-8D31-7728DE79A60D}" type="presParOf" srcId="{F091C221-6558-4303-BDEA-555D6B6C45BA}" destId="{C4CE02A8-A7C7-4837-A449-DFDDF2C8C392}" srcOrd="1" destOrd="0" presId="urn:microsoft.com/office/officeart/2016/7/layout/LinearArrowProcessNumbered"/>
    <dgm:cxn modelId="{6521B06A-B7E1-4612-BD4D-4D7B076C0029}" type="presParOf" srcId="{F091C221-6558-4303-BDEA-555D6B6C45BA}" destId="{45D81BBC-AE4C-4B92-88D5-AD12AECD994A}" srcOrd="2" destOrd="0" presId="urn:microsoft.com/office/officeart/2016/7/layout/LinearArrowProcessNumbered"/>
    <dgm:cxn modelId="{8E924FED-6AEF-4F16-AD9E-32DBE9BF1C43}" type="presParOf" srcId="{45D81BBC-AE4C-4B92-88D5-AD12AECD994A}" destId="{F5523CB4-9CF3-4679-BD8F-FF8C08AC6605}" srcOrd="0" destOrd="0" presId="urn:microsoft.com/office/officeart/2016/7/layout/LinearArrowProcessNumbered"/>
    <dgm:cxn modelId="{5645BB7B-E31D-4AB0-A5C9-78A420BDFB0B}" type="presParOf" srcId="{45D81BBC-AE4C-4B92-88D5-AD12AECD994A}" destId="{614CBEBF-C43C-4EE1-AAEF-FA68E15CEEEB}" srcOrd="1" destOrd="0" presId="urn:microsoft.com/office/officeart/2016/7/layout/LinearArrowProcessNumbered"/>
    <dgm:cxn modelId="{F46F5516-5008-4C22-894B-551E7C268E39}" type="presParOf" srcId="{614CBEBF-C43C-4EE1-AAEF-FA68E15CEEEB}" destId="{D1924CFC-C23B-43BB-B670-0BFD3484FCE6}" srcOrd="0" destOrd="0" presId="urn:microsoft.com/office/officeart/2016/7/layout/LinearArrowProcessNumbered"/>
    <dgm:cxn modelId="{D9E1B5A2-1AF5-4B28-BAD9-205CBB499825}" type="presParOf" srcId="{614CBEBF-C43C-4EE1-AAEF-FA68E15CEEEB}" destId="{A23B499E-DA8C-4C4E-ABDF-042C7F01E849}" srcOrd="1" destOrd="0" presId="urn:microsoft.com/office/officeart/2016/7/layout/LinearArrowProcessNumbered"/>
    <dgm:cxn modelId="{4B640F82-083C-40CD-AB3F-8AFBE5ED5281}" type="presParOf" srcId="{614CBEBF-C43C-4EE1-AAEF-FA68E15CEEEB}" destId="{CBA6B679-CFB5-4171-A834-A5F94E46A074}" srcOrd="2" destOrd="0" presId="urn:microsoft.com/office/officeart/2016/7/layout/LinearArrowProcessNumbered"/>
    <dgm:cxn modelId="{AE1DA334-8885-4BF6-8EB5-EA4C24B4BA83}" type="presParOf" srcId="{614CBEBF-C43C-4EE1-AAEF-FA68E15CEEEB}" destId="{5444F8B1-5D95-487D-94B4-5AA16EB67C8B}" srcOrd="3" destOrd="0" presId="urn:microsoft.com/office/officeart/2016/7/layout/LinearArrowProcessNumbered"/>
    <dgm:cxn modelId="{07C1C28B-962A-498F-80F2-57AEDD338E04}" type="presParOf" srcId="{45D81BBC-AE4C-4B92-88D5-AD12AECD994A}" destId="{73342E57-3F5A-4E39-BC52-8BB2DE0AE319}" srcOrd="2" destOrd="0" presId="urn:microsoft.com/office/officeart/2016/7/layout/LinearArrowProcessNumbered"/>
    <dgm:cxn modelId="{319D6C18-F771-4317-A127-997F50039E29}" type="presParOf" srcId="{F091C221-6558-4303-BDEA-555D6B6C45BA}" destId="{820ECCB4-17F5-4602-9F04-840F3DAB30A1}" srcOrd="3" destOrd="0" presId="urn:microsoft.com/office/officeart/2016/7/layout/LinearArrowProcessNumbered"/>
    <dgm:cxn modelId="{FC2373D3-EB87-4F24-B685-9461D85F09B3}" type="presParOf" srcId="{F091C221-6558-4303-BDEA-555D6B6C45BA}" destId="{926AB016-BF6F-407F-B840-E189799EFC75}" srcOrd="4" destOrd="0" presId="urn:microsoft.com/office/officeart/2016/7/layout/LinearArrowProcessNumbered"/>
    <dgm:cxn modelId="{003D6270-E6B8-47ED-875B-543D00AC7530}" type="presParOf" srcId="{926AB016-BF6F-407F-B840-E189799EFC75}" destId="{5EDB950F-2B1B-42E9-9EA7-6C7FF555A5B1}" srcOrd="0" destOrd="0" presId="urn:microsoft.com/office/officeart/2016/7/layout/LinearArrowProcessNumbered"/>
    <dgm:cxn modelId="{9E0C53E6-09C1-44B5-A091-9B782DD54B08}" type="presParOf" srcId="{926AB016-BF6F-407F-B840-E189799EFC75}" destId="{7A847855-EADC-4A16-AF45-F0B67C9C7B89}" srcOrd="1" destOrd="0" presId="urn:microsoft.com/office/officeart/2016/7/layout/LinearArrowProcessNumbered"/>
    <dgm:cxn modelId="{731DC61F-C228-4840-9547-E21C7B0F8832}" type="presParOf" srcId="{7A847855-EADC-4A16-AF45-F0B67C9C7B89}" destId="{D050A14B-A233-4620-AB4E-0384B0EBA204}" srcOrd="0" destOrd="0" presId="urn:microsoft.com/office/officeart/2016/7/layout/LinearArrowProcessNumbered"/>
    <dgm:cxn modelId="{58BCF05E-21DF-40FD-B23F-9BC96F271D86}" type="presParOf" srcId="{7A847855-EADC-4A16-AF45-F0B67C9C7B89}" destId="{02436523-EB45-4B0C-811A-CAB4D12A6184}" srcOrd="1" destOrd="0" presId="urn:microsoft.com/office/officeart/2016/7/layout/LinearArrowProcessNumbered"/>
    <dgm:cxn modelId="{3EDEDD54-2F20-41D6-9DC8-2534665F32F5}" type="presParOf" srcId="{7A847855-EADC-4A16-AF45-F0B67C9C7B89}" destId="{15E727F9-7CE5-4B94-86EB-7A51A2C4918C}" srcOrd="2" destOrd="0" presId="urn:microsoft.com/office/officeart/2016/7/layout/LinearArrowProcessNumbered"/>
    <dgm:cxn modelId="{94D46969-DF65-4602-B85C-CAC53B0F73C0}" type="presParOf" srcId="{7A847855-EADC-4A16-AF45-F0B67C9C7B89}" destId="{CE3A309C-2EBB-4F7A-940B-416AD98A21F5}" srcOrd="3" destOrd="0" presId="urn:microsoft.com/office/officeart/2016/7/layout/LinearArrowProcessNumbered"/>
    <dgm:cxn modelId="{895C0768-6CA3-43BD-92E8-69BBF7F1FF3B}" type="presParOf" srcId="{926AB016-BF6F-407F-B840-E189799EFC75}" destId="{9D3B2EC0-7BF4-479F-AAB7-98BD175C3E15}" srcOrd="2" destOrd="0" presId="urn:microsoft.com/office/officeart/2016/7/layout/LinearArrowProcessNumbered"/>
    <dgm:cxn modelId="{3995ED64-A558-47D2-82D5-5964DC443A1F}" type="presParOf" srcId="{F091C221-6558-4303-BDEA-555D6B6C45BA}" destId="{1A34AE52-4EF7-40B4-AC04-83A416508CA5}" srcOrd="5" destOrd="0" presId="urn:microsoft.com/office/officeart/2016/7/layout/LinearArrowProcessNumbered"/>
    <dgm:cxn modelId="{93E9FFB6-4FA0-4C78-9394-020CF86F25E6}" type="presParOf" srcId="{F091C221-6558-4303-BDEA-555D6B6C45BA}" destId="{5E20688E-F827-4E6F-AA25-201C7C7DF7BD}" srcOrd="6" destOrd="0" presId="urn:microsoft.com/office/officeart/2016/7/layout/LinearArrowProcessNumbered"/>
    <dgm:cxn modelId="{9A00BC78-B814-4AC9-BB6D-F6A33D9C1EFB}" type="presParOf" srcId="{5E20688E-F827-4E6F-AA25-201C7C7DF7BD}" destId="{C987581D-2500-418F-8867-4592FAF10E84}" srcOrd="0" destOrd="0" presId="urn:microsoft.com/office/officeart/2016/7/layout/LinearArrowProcessNumbered"/>
    <dgm:cxn modelId="{71534F57-24A2-4055-A52A-E70E00141D51}" type="presParOf" srcId="{5E20688E-F827-4E6F-AA25-201C7C7DF7BD}" destId="{11669997-C2CD-4412-9D5F-DF8EE8EB0E4B}" srcOrd="1" destOrd="0" presId="urn:microsoft.com/office/officeart/2016/7/layout/LinearArrowProcessNumbered"/>
    <dgm:cxn modelId="{40EB3212-880E-4060-B0FB-784DAE279FD6}" type="presParOf" srcId="{11669997-C2CD-4412-9D5F-DF8EE8EB0E4B}" destId="{0056C141-1641-468B-98F5-65E479B9E953}" srcOrd="0" destOrd="0" presId="urn:microsoft.com/office/officeart/2016/7/layout/LinearArrowProcessNumbered"/>
    <dgm:cxn modelId="{231C6E91-CA03-4AE6-AB64-551695287CA0}" type="presParOf" srcId="{11669997-C2CD-4412-9D5F-DF8EE8EB0E4B}" destId="{3A91709F-4EDB-4340-95BA-35576CEA3E52}" srcOrd="1" destOrd="0" presId="urn:microsoft.com/office/officeart/2016/7/layout/LinearArrowProcessNumbered"/>
    <dgm:cxn modelId="{F2691931-7D9C-4007-953A-4011E160BA35}" type="presParOf" srcId="{11669997-C2CD-4412-9D5F-DF8EE8EB0E4B}" destId="{056B702A-432A-41C8-8B5B-55AF45E0A5E8}" srcOrd="2" destOrd="0" presId="urn:microsoft.com/office/officeart/2016/7/layout/LinearArrowProcessNumbered"/>
    <dgm:cxn modelId="{323CAC94-870D-4F60-8966-B55ACAA8195C}" type="presParOf" srcId="{11669997-C2CD-4412-9D5F-DF8EE8EB0E4B}" destId="{D3C3BE3E-6FA9-4715-B6D2-8E352C31AD59}" srcOrd="3" destOrd="0" presId="urn:microsoft.com/office/officeart/2016/7/layout/LinearArrowProcessNumbered"/>
    <dgm:cxn modelId="{56D3255D-E4D3-4E86-BF5F-33F251B24B59}" type="presParOf" srcId="{5E20688E-F827-4E6F-AA25-201C7C7DF7BD}" destId="{A116492A-F33D-4088-9EB0-D4306D6EAE0A}" srcOrd="2" destOrd="0" presId="urn:microsoft.com/office/officeart/2016/7/layout/LinearArrowProcessNumbered"/>
    <dgm:cxn modelId="{01E19509-B7B2-4E3D-BFF8-243ACAF18B39}" type="presParOf" srcId="{F091C221-6558-4303-BDEA-555D6B6C45BA}" destId="{1672FB39-7A35-4409-811F-CFC3BBE4F4B3}" srcOrd="7" destOrd="0" presId="urn:microsoft.com/office/officeart/2016/7/layout/LinearArrowProcessNumbered"/>
    <dgm:cxn modelId="{CEC32283-035D-4B0F-9132-574D7B499D5D}" type="presParOf" srcId="{F091C221-6558-4303-BDEA-555D6B6C45BA}" destId="{3A20AA15-2F22-4F83-A062-55489C380EEC}" srcOrd="8" destOrd="0" presId="urn:microsoft.com/office/officeart/2016/7/layout/LinearArrowProcessNumbered"/>
    <dgm:cxn modelId="{F287DAF8-ACB8-4B7D-8D33-0355AB73C9DA}" type="presParOf" srcId="{3A20AA15-2F22-4F83-A062-55489C380EEC}" destId="{7E91964C-8E85-4426-96AA-5FAEFFAA7580}" srcOrd="0" destOrd="0" presId="urn:microsoft.com/office/officeart/2016/7/layout/LinearArrowProcessNumbered"/>
    <dgm:cxn modelId="{F5D91C39-98BB-4CA2-B495-F504F7F88B06}" type="presParOf" srcId="{3A20AA15-2F22-4F83-A062-55489C380EEC}" destId="{8270B52F-AB54-4250-8812-D0EEA6639C37}" srcOrd="1" destOrd="0" presId="urn:microsoft.com/office/officeart/2016/7/layout/LinearArrowProcessNumbered"/>
    <dgm:cxn modelId="{F1B40EED-869D-4A22-9796-C62131AEB870}" type="presParOf" srcId="{8270B52F-AB54-4250-8812-D0EEA6639C37}" destId="{8882A592-5FA2-401E-B7D7-C2EC83CD582C}" srcOrd="0" destOrd="0" presId="urn:microsoft.com/office/officeart/2016/7/layout/LinearArrowProcessNumbered"/>
    <dgm:cxn modelId="{8808440B-84F2-468C-B291-A0E8F1AAB0B1}" type="presParOf" srcId="{8270B52F-AB54-4250-8812-D0EEA6639C37}" destId="{3C5142C5-04E0-4773-9825-BF0A1DF3E72C}" srcOrd="1" destOrd="0" presId="urn:microsoft.com/office/officeart/2016/7/layout/LinearArrowProcessNumbered"/>
    <dgm:cxn modelId="{0DFB04A8-637E-465C-9593-EAE29751A218}" type="presParOf" srcId="{8270B52F-AB54-4250-8812-D0EEA6639C37}" destId="{6DBB47C1-F651-4D28-B7A3-6F9687F7DA09}" srcOrd="2" destOrd="0" presId="urn:microsoft.com/office/officeart/2016/7/layout/LinearArrowProcessNumbered"/>
    <dgm:cxn modelId="{40662CF9-B4CF-44AC-91D5-69986C81107B}" type="presParOf" srcId="{8270B52F-AB54-4250-8812-D0EEA6639C37}" destId="{54C130DE-339E-453A-9EF5-DE03DD8BBC55}" srcOrd="3" destOrd="0" presId="urn:microsoft.com/office/officeart/2016/7/layout/LinearArrowProcessNumbered"/>
    <dgm:cxn modelId="{1C61DE32-19AE-49F9-9F01-A8EC13655A15}" type="presParOf" srcId="{3A20AA15-2F22-4F83-A062-55489C380EEC}" destId="{0E629C4B-E477-4130-9CDE-73B5AF666BFA}" srcOrd="2" destOrd="0" presId="urn:microsoft.com/office/officeart/2016/7/layout/LinearArrowProcessNumbered"/>
    <dgm:cxn modelId="{179BE2BB-5B57-4573-A282-476895CC1E5F}" type="presParOf" srcId="{F091C221-6558-4303-BDEA-555D6B6C45BA}" destId="{D089829B-60D9-4959-89C2-C3CB00AA40C0}" srcOrd="9" destOrd="0" presId="urn:microsoft.com/office/officeart/2016/7/layout/LinearArrowProcessNumbered"/>
    <dgm:cxn modelId="{622FF402-BFCE-4AA1-BFCC-F68EE2076404}" type="presParOf" srcId="{F091C221-6558-4303-BDEA-555D6B6C45BA}" destId="{DB20D185-BF54-4A34-A2AE-CDC0E4FF2C88}" srcOrd="10" destOrd="0" presId="urn:microsoft.com/office/officeart/2016/7/layout/LinearArrowProcessNumbered"/>
    <dgm:cxn modelId="{3A2451BC-52D0-463E-BCAD-9C4FEAADB876}" type="presParOf" srcId="{DB20D185-BF54-4A34-A2AE-CDC0E4FF2C88}" destId="{635C7D39-057E-425F-8F4F-24771F635C85}" srcOrd="0" destOrd="0" presId="urn:microsoft.com/office/officeart/2016/7/layout/LinearArrowProcessNumbered"/>
    <dgm:cxn modelId="{5F26508D-5409-48FF-9643-F1593DCB6A92}" type="presParOf" srcId="{DB20D185-BF54-4A34-A2AE-CDC0E4FF2C88}" destId="{593FB2A6-7CC2-486F-8AE8-3FE83154337D}" srcOrd="1" destOrd="0" presId="urn:microsoft.com/office/officeart/2016/7/layout/LinearArrowProcessNumbered"/>
    <dgm:cxn modelId="{C3D017DF-244B-4D8A-A27B-62829FDB001B}" type="presParOf" srcId="{593FB2A6-7CC2-486F-8AE8-3FE83154337D}" destId="{8ACD286E-9824-4E80-977E-F44A9D30F4FC}" srcOrd="0" destOrd="0" presId="urn:microsoft.com/office/officeart/2016/7/layout/LinearArrowProcessNumbered"/>
    <dgm:cxn modelId="{E44F49D3-4B40-4712-93F5-90EEF773A232}" type="presParOf" srcId="{593FB2A6-7CC2-486F-8AE8-3FE83154337D}" destId="{B071F726-E4CA-44AA-84A3-2720E20DFC60}" srcOrd="1" destOrd="0" presId="urn:microsoft.com/office/officeart/2016/7/layout/LinearArrowProcessNumbered"/>
    <dgm:cxn modelId="{79D47BFF-6D6A-47B2-AB08-E6B58FE5D921}" type="presParOf" srcId="{593FB2A6-7CC2-486F-8AE8-3FE83154337D}" destId="{B80B0173-8F5F-4389-AA93-49164B666BE1}" srcOrd="2" destOrd="0" presId="urn:microsoft.com/office/officeart/2016/7/layout/LinearArrowProcessNumbered"/>
    <dgm:cxn modelId="{3341DF2E-F410-4162-B59C-4585FC19E904}" type="presParOf" srcId="{593FB2A6-7CC2-486F-8AE8-3FE83154337D}" destId="{CD2FB9ED-9021-4046-AE07-CADFFC348A20}" srcOrd="3" destOrd="0" presId="urn:microsoft.com/office/officeart/2016/7/layout/LinearArrowProcessNumbered"/>
    <dgm:cxn modelId="{2328CA02-E861-479C-A383-99AE5822F045}" type="presParOf" srcId="{DB20D185-BF54-4A34-A2AE-CDC0E4FF2C88}" destId="{1E32FCA0-9711-4D22-9E29-54D19223B522}" srcOrd="2" destOrd="0" presId="urn:microsoft.com/office/officeart/2016/7/layout/LinearArrowProcessNumbered"/>
    <dgm:cxn modelId="{7E01746A-ACC6-4952-9805-13A64C8907B4}" type="presParOf" srcId="{F091C221-6558-4303-BDEA-555D6B6C45BA}" destId="{C7498E87-6FAA-4024-BA4E-1FDD38088655}" srcOrd="11" destOrd="0" presId="urn:microsoft.com/office/officeart/2016/7/layout/LinearArrowProcessNumbered"/>
    <dgm:cxn modelId="{9C952515-F0BF-482C-9962-8AA2F9F97BD0}" type="presParOf" srcId="{F091C221-6558-4303-BDEA-555D6B6C45BA}" destId="{F9B39FE1-443E-4125-88EC-AF71A1CD927A}" srcOrd="12" destOrd="0" presId="urn:microsoft.com/office/officeart/2016/7/layout/LinearArrowProcessNumbered"/>
    <dgm:cxn modelId="{6EE31304-C32A-414B-971A-CC0BDBABF21B}" type="presParOf" srcId="{F9B39FE1-443E-4125-88EC-AF71A1CD927A}" destId="{A38B7F00-C3F8-4122-8113-384942F2F19A}" srcOrd="0" destOrd="0" presId="urn:microsoft.com/office/officeart/2016/7/layout/LinearArrowProcessNumbered"/>
    <dgm:cxn modelId="{D477E3B4-C931-4D56-965E-3265FBE796FA}" type="presParOf" srcId="{F9B39FE1-443E-4125-88EC-AF71A1CD927A}" destId="{19C177F6-1741-4AE8-9697-A72EEE7D5C80}" srcOrd="1" destOrd="0" presId="urn:microsoft.com/office/officeart/2016/7/layout/LinearArrowProcessNumbered"/>
    <dgm:cxn modelId="{9E0C14BE-9E30-4562-A3ED-BF8C5723D0D4}" type="presParOf" srcId="{19C177F6-1741-4AE8-9697-A72EEE7D5C80}" destId="{91FBD4D9-49CB-4333-9C89-B2004A78048F}" srcOrd="0" destOrd="0" presId="urn:microsoft.com/office/officeart/2016/7/layout/LinearArrowProcessNumbered"/>
    <dgm:cxn modelId="{EEBB6DCC-4B3F-4BAC-BA21-8BCF8014210A}" type="presParOf" srcId="{19C177F6-1741-4AE8-9697-A72EEE7D5C80}" destId="{0D2619A8-6CB1-4D3E-B1EA-7B0D7255BEA9}" srcOrd="1" destOrd="0" presId="urn:microsoft.com/office/officeart/2016/7/layout/LinearArrowProcessNumbered"/>
    <dgm:cxn modelId="{C3CCE284-088A-45C3-A25C-0C3C35F96985}" type="presParOf" srcId="{19C177F6-1741-4AE8-9697-A72EEE7D5C80}" destId="{F109F87C-D177-4CCC-87F6-FFDC0B186F0B}" srcOrd="2" destOrd="0" presId="urn:microsoft.com/office/officeart/2016/7/layout/LinearArrowProcessNumbered"/>
    <dgm:cxn modelId="{15B4FBC7-DE6E-4E8B-959D-5E03829A6273}" type="presParOf" srcId="{19C177F6-1741-4AE8-9697-A72EEE7D5C80}" destId="{C5350275-0621-4D87-948B-FE279548AC47}" srcOrd="3" destOrd="0" presId="urn:microsoft.com/office/officeart/2016/7/layout/LinearArrowProcessNumbered"/>
    <dgm:cxn modelId="{53D974C1-1077-47AC-B0F8-70C613F08E92}" type="presParOf" srcId="{F9B39FE1-443E-4125-88EC-AF71A1CD927A}" destId="{96C2CDD1-533D-45D0-A065-ED7ABE97279A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94EE8-9A81-4C9F-9781-6FA437387821}">
      <dsp:nvSpPr>
        <dsp:cNvPr id="0" name=""/>
        <dsp:cNvSpPr/>
      </dsp:nvSpPr>
      <dsp:spPr>
        <a:xfrm>
          <a:off x="723871" y="660532"/>
          <a:ext cx="570139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51F268-3387-47AB-A001-F892100A0E9F}">
      <dsp:nvSpPr>
        <dsp:cNvPr id="0" name=""/>
        <dsp:cNvSpPr/>
      </dsp:nvSpPr>
      <dsp:spPr>
        <a:xfrm>
          <a:off x="1328218" y="612630"/>
          <a:ext cx="65565" cy="123253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493962"/>
            <a:satOff val="-569"/>
            <a:lumOff val="-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93962"/>
              <a:satOff val="-569"/>
              <a:lumOff val="-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0D333-06AA-424F-8EBE-0539F21EEF5F}">
      <dsp:nvSpPr>
        <dsp:cNvPr id="0" name=""/>
        <dsp:cNvSpPr/>
      </dsp:nvSpPr>
      <dsp:spPr>
        <a:xfrm>
          <a:off x="392974" y="400939"/>
          <a:ext cx="519257" cy="51925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0" tIns="20150" rIns="20150" bIns="2015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</a:t>
          </a:r>
        </a:p>
      </dsp:txBody>
      <dsp:txXfrm>
        <a:off x="469017" y="476982"/>
        <a:ext cx="367171" cy="367171"/>
      </dsp:txXfrm>
    </dsp:sp>
    <dsp:sp modelId="{4FAD2681-3C57-4F64-AE26-B8AD174D3DE5}">
      <dsp:nvSpPr>
        <dsp:cNvPr id="0" name=""/>
        <dsp:cNvSpPr/>
      </dsp:nvSpPr>
      <dsp:spPr>
        <a:xfrm>
          <a:off x="11197" y="1085775"/>
          <a:ext cx="128281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987924"/>
            <a:satOff val="-1139"/>
            <a:lumOff val="-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987924"/>
              <a:satOff val="-1139"/>
              <a:lumOff val="-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190" tIns="165100" rIns="10119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Raw Data Acquisition</a:t>
          </a:r>
          <a:r>
            <a:rPr lang="en-IN" sz="1100" kern="1200"/>
            <a:t> 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Multimodal sensor recordings from PhysioNet</a:t>
          </a:r>
          <a:endParaRPr lang="en-US" sz="1100" kern="1200"/>
        </a:p>
      </dsp:txBody>
      <dsp:txXfrm>
        <a:off x="11197" y="1342337"/>
        <a:ext cx="1282812" cy="1709038"/>
      </dsp:txXfrm>
    </dsp:sp>
    <dsp:sp modelId="{D1924CFC-C23B-43BB-B670-0BFD3484FCE6}">
      <dsp:nvSpPr>
        <dsp:cNvPr id="0" name=""/>
        <dsp:cNvSpPr/>
      </dsp:nvSpPr>
      <dsp:spPr>
        <a:xfrm>
          <a:off x="1436544" y="660567"/>
          <a:ext cx="1282812" cy="72"/>
        </a:xfrm>
        <a:prstGeom prst="rect">
          <a:avLst/>
        </a:prstGeom>
        <a:solidFill>
          <a:schemeClr val="accent5">
            <a:tint val="40000"/>
            <a:alpha val="90000"/>
            <a:hueOff val="-1481886"/>
            <a:satOff val="-1708"/>
            <a:lumOff val="-2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481886"/>
              <a:satOff val="-1708"/>
              <a:lumOff val="-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B499E-DA8C-4C4E-ABDF-042C7F01E849}">
      <dsp:nvSpPr>
        <dsp:cNvPr id="0" name=""/>
        <dsp:cNvSpPr/>
      </dsp:nvSpPr>
      <dsp:spPr>
        <a:xfrm>
          <a:off x="2753565" y="612658"/>
          <a:ext cx="65565" cy="12328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1975848"/>
            <a:satOff val="-2277"/>
            <a:lumOff val="-3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975848"/>
              <a:satOff val="-2277"/>
              <a:lumOff val="-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6B679-CFB5-4171-A834-A5F94E46A074}">
      <dsp:nvSpPr>
        <dsp:cNvPr id="0" name=""/>
        <dsp:cNvSpPr/>
      </dsp:nvSpPr>
      <dsp:spPr>
        <a:xfrm>
          <a:off x="1818322" y="400974"/>
          <a:ext cx="519257" cy="519257"/>
        </a:xfrm>
        <a:prstGeom prst="ellipse">
          <a:avLst/>
        </a:prstGeom>
        <a:solidFill>
          <a:schemeClr val="accent5">
            <a:hueOff val="-1663624"/>
            <a:satOff val="-2576"/>
            <a:lumOff val="0"/>
            <a:alphaOff val="0"/>
          </a:schemeClr>
        </a:solidFill>
        <a:ln w="12700" cap="flat" cmpd="sng" algn="ctr">
          <a:solidFill>
            <a:schemeClr val="accent5">
              <a:hueOff val="-1663624"/>
              <a:satOff val="-25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0" tIns="20150" rIns="20150" bIns="2015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</a:t>
          </a:r>
        </a:p>
      </dsp:txBody>
      <dsp:txXfrm>
        <a:off x="1894365" y="477017"/>
        <a:ext cx="367171" cy="367171"/>
      </dsp:txXfrm>
    </dsp:sp>
    <dsp:sp modelId="{73342E57-3F5A-4E39-BC52-8BB2DE0AE319}">
      <dsp:nvSpPr>
        <dsp:cNvPr id="0" name=""/>
        <dsp:cNvSpPr/>
      </dsp:nvSpPr>
      <dsp:spPr>
        <a:xfrm>
          <a:off x="1436544" y="1085867"/>
          <a:ext cx="128281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2469810"/>
            <a:satOff val="-2847"/>
            <a:lumOff val="-3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469810"/>
              <a:satOff val="-2847"/>
              <a:lumOff val="-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190" tIns="165100" rIns="10119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Data Preprocessing &amp; Feature extraction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Extracted statistical features (mean, std, RMS, etc.) for each attempt</a:t>
          </a:r>
          <a:endParaRPr lang="en-US" sz="1100" kern="1200"/>
        </a:p>
      </dsp:txBody>
      <dsp:txXfrm>
        <a:off x="1436544" y="1342429"/>
        <a:ext cx="1282812" cy="1709038"/>
      </dsp:txXfrm>
    </dsp:sp>
    <dsp:sp modelId="{D050A14B-A233-4620-AB4E-0384B0EBA204}">
      <dsp:nvSpPr>
        <dsp:cNvPr id="0" name=""/>
        <dsp:cNvSpPr/>
      </dsp:nvSpPr>
      <dsp:spPr>
        <a:xfrm>
          <a:off x="2861892" y="660567"/>
          <a:ext cx="1282812" cy="72"/>
        </a:xfrm>
        <a:prstGeom prst="rect">
          <a:avLst/>
        </a:prstGeom>
        <a:solidFill>
          <a:schemeClr val="accent5">
            <a:tint val="40000"/>
            <a:alpha val="90000"/>
            <a:hueOff val="-2963772"/>
            <a:satOff val="-3416"/>
            <a:lumOff val="-4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963772"/>
              <a:satOff val="-3416"/>
              <a:lumOff val="-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36523-EB45-4B0C-811A-CAB4D12A6184}">
      <dsp:nvSpPr>
        <dsp:cNvPr id="0" name=""/>
        <dsp:cNvSpPr/>
      </dsp:nvSpPr>
      <dsp:spPr>
        <a:xfrm>
          <a:off x="4178913" y="612658"/>
          <a:ext cx="65565" cy="12328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3457734"/>
            <a:satOff val="-3985"/>
            <a:lumOff val="-5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457734"/>
              <a:satOff val="-3985"/>
              <a:lumOff val="-5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727F9-7CE5-4B94-86EB-7A51A2C4918C}">
      <dsp:nvSpPr>
        <dsp:cNvPr id="0" name=""/>
        <dsp:cNvSpPr/>
      </dsp:nvSpPr>
      <dsp:spPr>
        <a:xfrm>
          <a:off x="3243669" y="400974"/>
          <a:ext cx="519257" cy="519257"/>
        </a:xfrm>
        <a:prstGeom prst="ellipse">
          <a:avLst/>
        </a:prstGeom>
        <a:solidFill>
          <a:schemeClr val="accent5">
            <a:hueOff val="-3327248"/>
            <a:satOff val="-5151"/>
            <a:lumOff val="0"/>
            <a:alphaOff val="0"/>
          </a:schemeClr>
        </a:solidFill>
        <a:ln w="12700" cap="flat" cmpd="sng" algn="ctr">
          <a:solidFill>
            <a:schemeClr val="accent5">
              <a:hueOff val="-3327248"/>
              <a:satOff val="-515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0" tIns="20150" rIns="20150" bIns="2015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</a:t>
          </a:r>
        </a:p>
      </dsp:txBody>
      <dsp:txXfrm>
        <a:off x="3319712" y="477017"/>
        <a:ext cx="367171" cy="367171"/>
      </dsp:txXfrm>
    </dsp:sp>
    <dsp:sp modelId="{9D3B2EC0-7BF4-479F-AAB7-98BD175C3E15}">
      <dsp:nvSpPr>
        <dsp:cNvPr id="0" name=""/>
        <dsp:cNvSpPr/>
      </dsp:nvSpPr>
      <dsp:spPr>
        <a:xfrm>
          <a:off x="2861892" y="1085867"/>
          <a:ext cx="128281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3951696"/>
            <a:satOff val="-4555"/>
            <a:lumOff val="-6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951696"/>
              <a:satOff val="-4555"/>
              <a:lumOff val="-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190" tIns="165100" rIns="10119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Multimodal Fusion</a:t>
          </a:r>
          <a:r>
            <a:rPr lang="en-IN" sz="1100" kern="1200"/>
            <a:t> 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Combined all sensor features into a single dataset </a:t>
          </a:r>
          <a:endParaRPr lang="en-US" sz="1100" kern="1200"/>
        </a:p>
      </dsp:txBody>
      <dsp:txXfrm>
        <a:off x="2861892" y="1342429"/>
        <a:ext cx="1282812" cy="1709038"/>
      </dsp:txXfrm>
    </dsp:sp>
    <dsp:sp modelId="{0056C141-1641-468B-98F5-65E479B9E953}">
      <dsp:nvSpPr>
        <dsp:cNvPr id="0" name=""/>
        <dsp:cNvSpPr/>
      </dsp:nvSpPr>
      <dsp:spPr>
        <a:xfrm>
          <a:off x="4287239" y="660567"/>
          <a:ext cx="1282812" cy="72"/>
        </a:xfrm>
        <a:prstGeom prst="rect">
          <a:avLst/>
        </a:prstGeom>
        <a:solidFill>
          <a:schemeClr val="accent5">
            <a:tint val="40000"/>
            <a:alpha val="90000"/>
            <a:hueOff val="-4445658"/>
            <a:satOff val="-5124"/>
            <a:lumOff val="-7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445658"/>
              <a:satOff val="-5124"/>
              <a:lumOff val="-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91709F-4EDB-4340-95BA-35576CEA3E52}">
      <dsp:nvSpPr>
        <dsp:cNvPr id="0" name=""/>
        <dsp:cNvSpPr/>
      </dsp:nvSpPr>
      <dsp:spPr>
        <a:xfrm>
          <a:off x="5604260" y="612658"/>
          <a:ext cx="65565" cy="12328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4939620"/>
            <a:satOff val="-5693"/>
            <a:lumOff val="-7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939620"/>
              <a:satOff val="-5693"/>
              <a:lumOff val="-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B702A-432A-41C8-8B5B-55AF45E0A5E8}">
      <dsp:nvSpPr>
        <dsp:cNvPr id="0" name=""/>
        <dsp:cNvSpPr/>
      </dsp:nvSpPr>
      <dsp:spPr>
        <a:xfrm>
          <a:off x="4669017" y="400974"/>
          <a:ext cx="519257" cy="519257"/>
        </a:xfrm>
        <a:prstGeom prst="ellipse">
          <a:avLst/>
        </a:prstGeom>
        <a:solidFill>
          <a:schemeClr val="accent5">
            <a:hueOff val="-4990872"/>
            <a:satOff val="-7727"/>
            <a:lumOff val="0"/>
            <a:alphaOff val="0"/>
          </a:schemeClr>
        </a:solidFill>
        <a:ln w="12700" cap="flat" cmpd="sng" algn="ctr">
          <a:solidFill>
            <a:schemeClr val="accent5">
              <a:hueOff val="-4990872"/>
              <a:satOff val="-7727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0" tIns="20150" rIns="20150" bIns="2015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</a:t>
          </a:r>
        </a:p>
      </dsp:txBody>
      <dsp:txXfrm>
        <a:off x="4745060" y="477017"/>
        <a:ext cx="367171" cy="367171"/>
      </dsp:txXfrm>
    </dsp:sp>
    <dsp:sp modelId="{A116492A-F33D-4088-9EB0-D4306D6EAE0A}">
      <dsp:nvSpPr>
        <dsp:cNvPr id="0" name=""/>
        <dsp:cNvSpPr/>
      </dsp:nvSpPr>
      <dsp:spPr>
        <a:xfrm>
          <a:off x="4287239" y="1085867"/>
          <a:ext cx="128281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5433582"/>
            <a:satOff val="-6263"/>
            <a:lumOff val="-8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433582"/>
              <a:satOff val="-6263"/>
              <a:lumOff val="-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190" tIns="165100" rIns="10119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SQL Data Cleaning</a:t>
          </a:r>
          <a:r>
            <a:rPr lang="en-IN" sz="1100" kern="1200"/>
            <a:t> 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Removed trials with missing values 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Ensured </a:t>
          </a:r>
          <a:r>
            <a:rPr lang="en-IN" sz="1100" b="0" kern="1200"/>
            <a:t>complete multimodal feature vectors </a:t>
          </a:r>
          <a:endParaRPr lang="en-US" sz="1100" b="0" kern="1200"/>
        </a:p>
      </dsp:txBody>
      <dsp:txXfrm>
        <a:off x="4287239" y="1342429"/>
        <a:ext cx="1282812" cy="1709038"/>
      </dsp:txXfrm>
    </dsp:sp>
    <dsp:sp modelId="{8882A592-5FA2-401E-B7D7-C2EC83CD582C}">
      <dsp:nvSpPr>
        <dsp:cNvPr id="0" name=""/>
        <dsp:cNvSpPr/>
      </dsp:nvSpPr>
      <dsp:spPr>
        <a:xfrm>
          <a:off x="5712587" y="660567"/>
          <a:ext cx="1282812" cy="72"/>
        </a:xfrm>
        <a:prstGeom prst="rect">
          <a:avLst/>
        </a:prstGeom>
        <a:solidFill>
          <a:schemeClr val="accent5">
            <a:tint val="40000"/>
            <a:alpha val="90000"/>
            <a:hueOff val="-5927545"/>
            <a:satOff val="-6832"/>
            <a:lumOff val="-9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27545"/>
              <a:satOff val="-6832"/>
              <a:lumOff val="-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142C5-04E0-4773-9825-BF0A1DF3E72C}">
      <dsp:nvSpPr>
        <dsp:cNvPr id="0" name=""/>
        <dsp:cNvSpPr/>
      </dsp:nvSpPr>
      <dsp:spPr>
        <a:xfrm>
          <a:off x="7029608" y="612658"/>
          <a:ext cx="65565" cy="12328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6421506"/>
            <a:satOff val="-7402"/>
            <a:lumOff val="-1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421506"/>
              <a:satOff val="-7402"/>
              <a:lumOff val="-1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B47C1-F651-4D28-B7A3-6F9687F7DA09}">
      <dsp:nvSpPr>
        <dsp:cNvPr id="0" name=""/>
        <dsp:cNvSpPr/>
      </dsp:nvSpPr>
      <dsp:spPr>
        <a:xfrm>
          <a:off x="6094364" y="400974"/>
          <a:ext cx="519257" cy="519257"/>
        </a:xfrm>
        <a:prstGeom prst="ellipse">
          <a:avLst/>
        </a:prstGeom>
        <a:solidFill>
          <a:schemeClr val="accent5">
            <a:hueOff val="-6654497"/>
            <a:satOff val="-10303"/>
            <a:lumOff val="0"/>
            <a:alphaOff val="0"/>
          </a:schemeClr>
        </a:solidFill>
        <a:ln w="12700" cap="flat" cmpd="sng" algn="ctr">
          <a:solidFill>
            <a:schemeClr val="accent5">
              <a:hueOff val="-6654497"/>
              <a:satOff val="-10303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0" tIns="20150" rIns="20150" bIns="2015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5</a:t>
          </a:r>
        </a:p>
      </dsp:txBody>
      <dsp:txXfrm>
        <a:off x="6170407" y="477017"/>
        <a:ext cx="367171" cy="367171"/>
      </dsp:txXfrm>
    </dsp:sp>
    <dsp:sp modelId="{0E629C4B-E477-4130-9CDE-73B5AF666BFA}">
      <dsp:nvSpPr>
        <dsp:cNvPr id="0" name=""/>
        <dsp:cNvSpPr/>
      </dsp:nvSpPr>
      <dsp:spPr>
        <a:xfrm>
          <a:off x="5712587" y="1085867"/>
          <a:ext cx="128281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6915468"/>
            <a:satOff val="-7971"/>
            <a:lumOff val="-10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915468"/>
              <a:satOff val="-7971"/>
              <a:lumOff val="-1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190" tIns="165100" rIns="10119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Feature Engineering</a:t>
          </a:r>
          <a:r>
            <a:rPr lang="en-IN" sz="1100" kern="1200"/>
            <a:t> 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Performed EDA, &amp; statistics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Dimensionality reduction using PCA and feature importance calculation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</dsp:txBody>
      <dsp:txXfrm>
        <a:off x="5712587" y="1342429"/>
        <a:ext cx="1282812" cy="1709038"/>
      </dsp:txXfrm>
    </dsp:sp>
    <dsp:sp modelId="{8ACD286E-9824-4E80-977E-F44A9D30F4FC}">
      <dsp:nvSpPr>
        <dsp:cNvPr id="0" name=""/>
        <dsp:cNvSpPr/>
      </dsp:nvSpPr>
      <dsp:spPr>
        <a:xfrm>
          <a:off x="7137934" y="660567"/>
          <a:ext cx="1282812" cy="72"/>
        </a:xfrm>
        <a:prstGeom prst="rect">
          <a:avLst/>
        </a:prstGeom>
        <a:solidFill>
          <a:schemeClr val="accent5">
            <a:tint val="40000"/>
            <a:alpha val="90000"/>
            <a:hueOff val="-7409431"/>
            <a:satOff val="-8540"/>
            <a:lumOff val="-1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409431"/>
              <a:satOff val="-8540"/>
              <a:lumOff val="-1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1F726-E4CA-44AA-84A3-2720E20DFC60}">
      <dsp:nvSpPr>
        <dsp:cNvPr id="0" name=""/>
        <dsp:cNvSpPr/>
      </dsp:nvSpPr>
      <dsp:spPr>
        <a:xfrm>
          <a:off x="8454955" y="612658"/>
          <a:ext cx="65565" cy="12328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7903392"/>
            <a:satOff val="-9110"/>
            <a:lumOff val="-12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903392"/>
              <a:satOff val="-9110"/>
              <a:lumOff val="-1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B0173-8F5F-4389-AA93-49164B666BE1}">
      <dsp:nvSpPr>
        <dsp:cNvPr id="0" name=""/>
        <dsp:cNvSpPr/>
      </dsp:nvSpPr>
      <dsp:spPr>
        <a:xfrm>
          <a:off x="7519712" y="400974"/>
          <a:ext cx="519257" cy="519257"/>
        </a:xfrm>
        <a:prstGeom prst="ellipse">
          <a:avLst/>
        </a:prstGeom>
        <a:solidFill>
          <a:schemeClr val="accent5">
            <a:hueOff val="-8318121"/>
            <a:satOff val="-12878"/>
            <a:lumOff val="0"/>
            <a:alphaOff val="0"/>
          </a:schemeClr>
        </a:solidFill>
        <a:ln w="12700" cap="flat" cmpd="sng" algn="ctr">
          <a:solidFill>
            <a:schemeClr val="accent5">
              <a:hueOff val="-8318121"/>
              <a:satOff val="-12878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0" tIns="20150" rIns="20150" bIns="2015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6</a:t>
          </a:r>
        </a:p>
      </dsp:txBody>
      <dsp:txXfrm>
        <a:off x="7595755" y="477017"/>
        <a:ext cx="367171" cy="367171"/>
      </dsp:txXfrm>
    </dsp:sp>
    <dsp:sp modelId="{1E32FCA0-9711-4D22-9E29-54D19223B522}">
      <dsp:nvSpPr>
        <dsp:cNvPr id="0" name=""/>
        <dsp:cNvSpPr/>
      </dsp:nvSpPr>
      <dsp:spPr>
        <a:xfrm>
          <a:off x="7137934" y="1085867"/>
          <a:ext cx="128281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8397355"/>
            <a:satOff val="-9679"/>
            <a:lumOff val="-13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8397355"/>
              <a:satOff val="-9679"/>
              <a:lumOff val="-1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190" tIns="165100" rIns="101190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Machine Learning Modeling</a:t>
          </a:r>
          <a:r>
            <a:rPr lang="en-IN" sz="1100" kern="1200"/>
            <a:t> 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Logistic Regression, Random Forest, Gradient Boosting. </a:t>
          </a:r>
          <a:endParaRPr lang="en-US" sz="1100" kern="1200"/>
        </a:p>
      </dsp:txBody>
      <dsp:txXfrm>
        <a:off x="7137934" y="1342429"/>
        <a:ext cx="1282812" cy="1709038"/>
      </dsp:txXfrm>
    </dsp:sp>
    <dsp:sp modelId="{91FBD4D9-49CB-4333-9C89-B2004A78048F}">
      <dsp:nvSpPr>
        <dsp:cNvPr id="0" name=""/>
        <dsp:cNvSpPr/>
      </dsp:nvSpPr>
      <dsp:spPr>
        <a:xfrm>
          <a:off x="8563282" y="660567"/>
          <a:ext cx="642033" cy="72"/>
        </a:xfrm>
        <a:prstGeom prst="rect">
          <a:avLst/>
        </a:prstGeom>
        <a:solidFill>
          <a:schemeClr val="accent5">
            <a:tint val="40000"/>
            <a:alpha val="90000"/>
            <a:hueOff val="-8891316"/>
            <a:satOff val="-10248"/>
            <a:lumOff val="-14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8891316"/>
              <a:satOff val="-10248"/>
              <a:lumOff val="-1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09F87C-D177-4CCC-87F6-FFDC0B186F0B}">
      <dsp:nvSpPr>
        <dsp:cNvPr id="0" name=""/>
        <dsp:cNvSpPr/>
      </dsp:nvSpPr>
      <dsp:spPr>
        <a:xfrm>
          <a:off x="8945686" y="400974"/>
          <a:ext cx="519257" cy="519257"/>
        </a:xfrm>
        <a:prstGeom prst="ellipse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12700" cap="flat" cmpd="sng" algn="ctr">
          <a:solidFill>
            <a:schemeClr val="accent5">
              <a:hueOff val="-9981745"/>
              <a:satOff val="-15454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0" tIns="20150" rIns="20150" bIns="2015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7</a:t>
          </a:r>
        </a:p>
      </dsp:txBody>
      <dsp:txXfrm>
        <a:off x="9021729" y="477017"/>
        <a:ext cx="367171" cy="367171"/>
      </dsp:txXfrm>
    </dsp:sp>
    <dsp:sp modelId="{96C2CDD1-533D-45D0-A065-ED7ABE97279A}">
      <dsp:nvSpPr>
        <dsp:cNvPr id="0" name=""/>
        <dsp:cNvSpPr/>
      </dsp:nvSpPr>
      <dsp:spPr>
        <a:xfrm>
          <a:off x="8563282" y="1085867"/>
          <a:ext cx="133552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9879240"/>
            <a:satOff val="-11387"/>
            <a:lumOff val="-15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9879240"/>
              <a:satOff val="-11387"/>
              <a:lumOff val="-1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348" tIns="165100" rIns="105348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Evaluation</a:t>
          </a:r>
          <a:r>
            <a:rPr lang="en-IN" sz="1100" kern="1200"/>
            <a:t> 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/>
            <a:t>Accuracy, ROC-AUC, confusion matrix.</a:t>
          </a:r>
          <a:endParaRPr lang="en-US" sz="1100" kern="1200"/>
        </a:p>
      </dsp:txBody>
      <dsp:txXfrm>
        <a:off x="8563282" y="1352973"/>
        <a:ext cx="1335528" cy="16984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8999C-3FFE-48B0-A45E-359A7557A8E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E439A-FC5B-4BCC-8B5B-DBEEEA8C3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3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1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6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8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5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1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07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4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0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11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05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601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59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02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24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0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62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37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232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462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97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1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55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3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ABAF3F6-B7CD-4802-A4CD-16EE4F775DA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CA99CFEE-EA20-4B36-8CD9-66BB096C6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7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sv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41187-CF85-DEDE-A487-BC95C97C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he image shows a character in a pose with their body stretched out, standing on a balance board, while the other side shows a 3D model of the character in a similar position.&#10;&#10;AI-generated content may be incorrect.">
            <a:extLst>
              <a:ext uri="{FF2B5EF4-FFF2-40B4-BE49-F238E27FC236}">
                <a16:creationId xmlns:a16="http://schemas.microsoft.com/office/drawing/2014/main" id="{88E75509-C0F9-AD5D-D6B9-708099C7D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66" b="-1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6CAD8-AB13-5BDF-A44B-47F634B65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b">
            <a:normAutofit/>
          </a:bodyPr>
          <a:lstStyle/>
          <a:p>
            <a:r>
              <a:rPr lang="en-US" sz="6100">
                <a:solidFill>
                  <a:srgbClr val="FFFFFF"/>
                </a:solidFill>
              </a:rPr>
              <a:t>Multimodal Sensor Fusion for Balance Instability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5DCFA-7029-7912-9C87-87A59BA84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7" y="4389120"/>
            <a:ext cx="9117761" cy="1069848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INFO I-501 Group 4</a:t>
            </a:r>
          </a:p>
          <a:p>
            <a:r>
              <a:rPr lang="en-US" sz="2000">
                <a:solidFill>
                  <a:srgbClr val="FFFFFF"/>
                </a:solidFill>
              </a:rPr>
              <a:t>Akanksha Tipparti, Srilakshmi Maddipati, Vishnu Sudarsanan, Volga Yerukola</a:t>
            </a:r>
          </a:p>
        </p:txBody>
      </p:sp>
    </p:spTree>
    <p:extLst>
      <p:ext uri="{BB962C8B-B14F-4D97-AF65-F5344CB8AC3E}">
        <p14:creationId xmlns:p14="http://schemas.microsoft.com/office/powerpoint/2010/main" val="22180428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E54E1BC5-9799-4C37-9E39-75AD94AE0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EC783E0-E2C4-43D2-93E5-38337F8DA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42544D0-650E-4448-A7E2-E5C6D7398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1C25E72-22B3-FEB8-04ED-355B20DC2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4" b="26276"/>
          <a:stretch>
            <a:fillRect/>
          </a:stretch>
        </p:blipFill>
        <p:spPr>
          <a:xfrm>
            <a:off x="10180" y="-2"/>
            <a:ext cx="12191980" cy="6857989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C0D87137-C549-49C9-9E77-B0610E949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37D626-8CB2-413F-BA1C-691F042B4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5">
              <a:alphaModFix amt="35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F4345-22B6-23CB-0217-922E9C2CD9A8}"/>
              </a:ext>
            </a:extLst>
          </p:cNvPr>
          <p:cNvSpPr txBox="1"/>
          <p:nvPr/>
        </p:nvSpPr>
        <p:spPr bwMode="auto"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F87656-E00E-E13F-1879-2B66785774C4}"/>
              </a:ext>
            </a:extLst>
          </p:cNvPr>
          <p:cNvSpPr txBox="1"/>
          <p:nvPr/>
        </p:nvSpPr>
        <p:spPr>
          <a:xfrm>
            <a:off x="927608" y="160324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Falls are a major global health issue, causing injury, disability, and death. 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~37.3 million falls each year require medical attention. 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Balance instability is a key predictor of fall risk; early detection of balance instability can help prevent serious injuries.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The One-Legged Stand Test (OLST) is commonly used to assess balance, often relies on manual observation or single measurements. 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Traditional methods rely on single sensors → limited accuracy and fail to capture the full complexity of balance.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Balance is influenced by multiple factors and new technologies allow multimodal sensing:</a:t>
            </a:r>
          </a:p>
          <a:p>
            <a:pPr marL="742950" lvl="1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Body movement → Motion capture </a:t>
            </a:r>
          </a:p>
          <a:p>
            <a:pPr marL="742950" lvl="1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Force distribution → Force plates </a:t>
            </a:r>
          </a:p>
          <a:p>
            <a:pPr marL="742950" lvl="1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Subtle micro-motions → Radar sensors 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Missing this complexity → reduced accuracy in fall-risk prediction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Balance is complex, but current tools are too simple → need more accurate, objective, and data-driven methods for assessing balance instability 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b="1"/>
              <a:t>Improving assessment can lead to better prevention, monitoring, and patient outcomes.</a:t>
            </a:r>
          </a:p>
          <a:p>
            <a:pPr marL="285750" lvl="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/>
          </a:p>
          <a:p>
            <a:pPr marL="285750" indent="-18288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1E96018-B22F-4F69-A476-E69AD0177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48B6ECE-AE16-413C-89BA-B4DC741A4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35FC4B0-34E5-49B0-81B1-5B5C805B3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1311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arning sign depicting a figure falling down a slope, indicating a high risk of injury.&#10;&#10;AI-generated content may be incorrect.">
            <a:extLst>
              <a:ext uri="{FF2B5EF4-FFF2-40B4-BE49-F238E27FC236}">
                <a16:creationId xmlns:a16="http://schemas.microsoft.com/office/drawing/2014/main" id="{BFA6BC55-E865-51D8-DBB0-AB999C79B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0" r="5786"/>
          <a:stretch>
            <a:fillRect/>
          </a:stretch>
        </p:blipFill>
        <p:spPr>
          <a:xfrm>
            <a:off x="86265" y="2"/>
            <a:ext cx="6095695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92A62D-E5E4-547E-5065-0EFEFF22F99D}"/>
              </a:ext>
            </a:extLst>
          </p:cNvPr>
          <p:cNvSpPr txBox="1"/>
          <p:nvPr/>
        </p:nvSpPr>
        <p:spPr>
          <a:xfrm>
            <a:off x="6177281" y="302887"/>
            <a:ext cx="525363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Aim</a:t>
            </a:r>
            <a:endParaRPr lang="en-US"/>
          </a:p>
          <a:p>
            <a:r>
              <a:rPr lang="en-US"/>
              <a:t>Evaluate whether multimodal sensor fusion improves the detection of balance instability during the One-Legged Stand Test.</a:t>
            </a:r>
          </a:p>
          <a:p>
            <a:endParaRPr lang="en-US"/>
          </a:p>
          <a:p>
            <a:r>
              <a:rPr lang="en-US" b="1"/>
              <a:t>Purpose</a:t>
            </a:r>
            <a:endParaRPr lang="en-US"/>
          </a:p>
          <a:p>
            <a:r>
              <a:rPr lang="en-US"/>
              <a:t>To compare multiple machine learning models and identify the best-performing model, and to evaluate whether integrating multimodal data improves prediction accuracy.</a:t>
            </a:r>
          </a:p>
          <a:p>
            <a:endParaRPr lang="en-US"/>
          </a:p>
          <a:p>
            <a:r>
              <a:rPr lang="en-US" b="1"/>
              <a:t>Goal</a:t>
            </a:r>
          </a:p>
          <a:p>
            <a:r>
              <a:rPr lang="en-US"/>
              <a:t>Test whether combining multiple sensors improves prediction accuracy compared to single-sensor approaches.</a:t>
            </a:r>
          </a:p>
          <a:p>
            <a:r>
              <a:rPr lang="en-US"/>
              <a:t> </a:t>
            </a:r>
            <a:br>
              <a:rPr lang="en-US"/>
            </a:br>
            <a:r>
              <a:rPr lang="en-IN" b="1"/>
              <a:t>Hypothesis</a:t>
            </a:r>
          </a:p>
          <a:p>
            <a:r>
              <a:rPr lang="en-IN" b="1"/>
              <a:t>H0 (Null):</a:t>
            </a:r>
            <a:r>
              <a:rPr lang="en-IN"/>
              <a:t> Multimodal sensor fusion does </a:t>
            </a:r>
            <a:r>
              <a:rPr lang="en-IN" b="1"/>
              <a:t>not</a:t>
            </a:r>
            <a:r>
              <a:rPr lang="en-IN"/>
              <a:t> improve classification performance. </a:t>
            </a:r>
          </a:p>
          <a:p>
            <a:r>
              <a:rPr lang="en-IN" b="1"/>
              <a:t>H1 (Alternative):</a:t>
            </a:r>
            <a:r>
              <a:rPr lang="en-IN"/>
              <a:t> Multimodal sensor fusion </a:t>
            </a:r>
            <a:r>
              <a:rPr lang="en-IN" b="1"/>
              <a:t>improves</a:t>
            </a:r>
            <a:r>
              <a:rPr lang="en-IN"/>
              <a:t> classification performance. </a:t>
            </a:r>
          </a:p>
          <a:p>
            <a:endParaRPr lang="en-US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5074483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75DE9-05C2-039C-FF90-26D235D1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Dataset Overview</a:t>
            </a:r>
            <a:endParaRPr lang="en-US" b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0E47F-6B99-50ED-EDFA-30318BF09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r>
              <a:rPr lang="en-IN" b="1"/>
              <a:t>Dataset Selection</a:t>
            </a:r>
          </a:p>
          <a:p>
            <a:pPr lvl="1"/>
            <a:r>
              <a:rPr lang="en-IN"/>
              <a:t>Publicly available </a:t>
            </a:r>
            <a:r>
              <a:rPr lang="en-IN" b="1"/>
              <a:t>multimodal synchronized OLST dataset</a:t>
            </a:r>
            <a:r>
              <a:rPr lang="en-IN"/>
              <a:t> </a:t>
            </a:r>
          </a:p>
          <a:p>
            <a:pPr lvl="1"/>
            <a:r>
              <a:rPr lang="en-IN"/>
              <a:t>Includes </a:t>
            </a:r>
            <a:r>
              <a:rPr lang="en-IN" b="1"/>
              <a:t>labelled balance events</a:t>
            </a:r>
            <a:r>
              <a:rPr lang="en-IN"/>
              <a:t> </a:t>
            </a:r>
          </a:p>
          <a:p>
            <a:r>
              <a:rPr lang="en-IN"/>
              <a:t>Supports comparison between: </a:t>
            </a:r>
          </a:p>
          <a:p>
            <a:pPr lvl="1"/>
            <a:r>
              <a:rPr lang="en-IN" b="1"/>
              <a:t>Single-sensor vs multimodal approaches</a:t>
            </a:r>
            <a:r>
              <a:rPr lang="en-IN"/>
              <a:t> </a:t>
            </a:r>
          </a:p>
          <a:p>
            <a:r>
              <a:rPr lang="en-IN"/>
              <a:t>32 participants (young and older adults) </a:t>
            </a:r>
          </a:p>
          <a:p>
            <a:r>
              <a:rPr lang="en-IN"/>
              <a:t>1,241 One-Legged Stand Test (OLST) trials </a:t>
            </a:r>
          </a:p>
          <a:p>
            <a:r>
              <a:rPr lang="en-IN" b="1"/>
              <a:t>Sensors Used:</a:t>
            </a:r>
            <a:endParaRPr lang="en-IN"/>
          </a:p>
          <a:p>
            <a:r>
              <a:rPr lang="en-IN" b="1"/>
              <a:t>Motion Capture (100 Hz):</a:t>
            </a:r>
            <a:r>
              <a:rPr lang="en-IN"/>
              <a:t> joint movement and posture (kinematics) </a:t>
            </a:r>
          </a:p>
          <a:p>
            <a:r>
              <a:rPr lang="en-IN" b="1"/>
              <a:t>Force Plate (1200 Hz):</a:t>
            </a:r>
            <a:r>
              <a:rPr lang="en-IN"/>
              <a:t> ground reaction force &amp; </a:t>
            </a:r>
            <a:r>
              <a:rPr lang="en-IN" err="1"/>
              <a:t>center</a:t>
            </a:r>
            <a:r>
              <a:rPr lang="en-IN"/>
              <a:t> of pressure (kinetics) </a:t>
            </a:r>
          </a:p>
          <a:p>
            <a:r>
              <a:rPr lang="en-IN" b="1"/>
              <a:t>Radar (~27 Hz):</a:t>
            </a:r>
            <a:r>
              <a:rPr lang="en-IN"/>
              <a:t> non-contact detection of subtle body sway 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28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CEFEB1-9399-3821-F34D-750AAB2775F6}"/>
              </a:ext>
            </a:extLst>
          </p:cNvPr>
          <p:cNvSpPr txBox="1"/>
          <p:nvPr/>
        </p:nvSpPr>
        <p:spPr>
          <a:xfrm>
            <a:off x="1066800" y="4511898"/>
            <a:ext cx="10058400" cy="160934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Project Workflow</a:t>
            </a:r>
          </a:p>
        </p:txBody>
      </p:sp>
      <p:graphicFrame>
        <p:nvGraphicFramePr>
          <p:cNvPr id="24" name="TextBox 1">
            <a:extLst>
              <a:ext uri="{FF2B5EF4-FFF2-40B4-BE49-F238E27FC236}">
                <a16:creationId xmlns:a16="http://schemas.microsoft.com/office/drawing/2014/main" id="{F9B44B83-0233-9977-D55B-4F8C7992CA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068100"/>
              </p:ext>
            </p:extLst>
          </p:nvPr>
        </p:nvGraphicFramePr>
        <p:xfrm>
          <a:off x="1069975" y="642937"/>
          <a:ext cx="10058400" cy="3452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985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400">
              <a:solidFill>
                <a:schemeClr val="accent6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Classifying OLST Attempts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426720" y="731520"/>
            <a:ext cx="1109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67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6B9E06-2E5A-4AA0-0675-29ABCCB747A1}"/>
              </a:ext>
            </a:extLst>
          </p:cNvPr>
          <p:cNvGrpSpPr/>
          <p:nvPr/>
        </p:nvGrpSpPr>
        <p:grpSpPr>
          <a:xfrm>
            <a:off x="7390966" y="955597"/>
            <a:ext cx="4267200" cy="5557386"/>
            <a:chOff x="7559040" y="1889759"/>
            <a:chExt cx="4267200" cy="3376267"/>
          </a:xfrm>
        </p:grpSpPr>
        <p:sp>
          <p:nvSpPr>
            <p:cNvPr id="9" name="Shape 7"/>
            <p:cNvSpPr/>
            <p:nvPr/>
          </p:nvSpPr>
          <p:spPr>
            <a:xfrm>
              <a:off x="7559040" y="1889759"/>
              <a:ext cx="4267200" cy="337626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4E4EE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" name="Text 8"/>
            <p:cNvSpPr/>
            <p:nvPr/>
          </p:nvSpPr>
          <p:spPr>
            <a:xfrm>
              <a:off x="7741920" y="1889760"/>
              <a:ext cx="390144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867" b="1">
                  <a:solidFill>
                    <a:srgbClr val="0B25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This Matters</a:t>
              </a:r>
              <a:endParaRPr lang="en-US" sz="1867"/>
            </a:p>
          </p:txBody>
        </p:sp>
        <p:sp>
          <p:nvSpPr>
            <p:cNvPr id="11" name="Text 9"/>
            <p:cNvSpPr/>
            <p:nvPr/>
          </p:nvSpPr>
          <p:spPr>
            <a:xfrm>
              <a:off x="7741920" y="2340269"/>
              <a:ext cx="3901440" cy="132771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>
                  <a:solidFill>
                    <a:srgbClr val="1282A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Labeling logic:</a:t>
              </a:r>
              <a:endParaRPr lang="en-US" sz="1400"/>
            </a:p>
            <a:p>
              <a:r>
                <a:rPr lang="en-US" sz="1400">
                  <a:solidFill>
                    <a:srgbClr val="0B25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t_stable = NaN → participant never reached stable posture → UNSTABLE
</a:t>
              </a:r>
              <a:endParaRPr lang="en-US" sz="1400"/>
            </a:p>
            <a:p>
              <a:r>
                <a:rPr lang="en-US" sz="1400" b="1">
                  <a:solidFill>
                    <a:srgbClr val="C628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 imbalance:</a:t>
              </a:r>
              <a:endParaRPr lang="en-US" sz="1400"/>
            </a:p>
            <a:p>
              <a:r>
                <a:rPr lang="en-US" sz="1400">
                  <a:solidFill>
                    <a:srgbClr val="0B25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7:1 ratio (STABLE:UNSTABLE). All models use class_weight='balanced' to handle this.</a:t>
              </a:r>
              <a:endParaRPr lang="en-US" sz="1400"/>
            </a:p>
            <a:p>
              <a:endParaRPr lang="en-US" sz="1400"/>
            </a:p>
            <a:p>
              <a:r>
                <a:rPr lang="en-US" sz="1400">
                  <a:solidFill>
                    <a:srgbClr val="0B25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1,241 labeled trial segments across 32 subjects.</a:t>
              </a:r>
              <a:endParaRPr lang="en-US" sz="140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269D30F-4B64-999B-7DF6-4D260F3FA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0" y="934720"/>
            <a:ext cx="6482566" cy="524256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0DD4C7-9334-B1C4-C992-7262187B0A97}"/>
              </a:ext>
            </a:extLst>
          </p:cNvPr>
          <p:cNvGrpSpPr/>
          <p:nvPr/>
        </p:nvGrpSpPr>
        <p:grpSpPr>
          <a:xfrm>
            <a:off x="7813283" y="3931920"/>
            <a:ext cx="3312160" cy="2265680"/>
            <a:chOff x="426720" y="1158240"/>
            <a:chExt cx="3657600" cy="3336544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933C93C7-7CCA-B57D-62B9-F14165606C9E}"/>
                </a:ext>
              </a:extLst>
            </p:cNvPr>
            <p:cNvSpPr/>
            <p:nvPr/>
          </p:nvSpPr>
          <p:spPr>
            <a:xfrm>
              <a:off x="426720" y="1158240"/>
              <a:ext cx="3657600" cy="3336544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17" name="Shape 5">
              <a:extLst>
                <a:ext uri="{FF2B5EF4-FFF2-40B4-BE49-F238E27FC236}">
                  <a16:creationId xmlns:a16="http://schemas.microsoft.com/office/drawing/2014/main" id="{DA2D1F7D-F9A2-E5EB-67C8-F139F3AAE341}"/>
                </a:ext>
              </a:extLst>
            </p:cNvPr>
            <p:cNvSpPr/>
            <p:nvPr/>
          </p:nvSpPr>
          <p:spPr>
            <a:xfrm>
              <a:off x="853440" y="1986246"/>
              <a:ext cx="1219200" cy="1976153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5C667A18-5419-202A-9A7A-055165D88C64}"/>
                </a:ext>
              </a:extLst>
            </p:cNvPr>
            <p:cNvSpPr/>
            <p:nvPr/>
          </p:nvSpPr>
          <p:spPr>
            <a:xfrm>
              <a:off x="609600" y="4023360"/>
              <a:ext cx="1706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5A7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STABLE</a:t>
              </a:r>
              <a:endParaRPr lang="en-US" sz="1200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92DC41AB-62D8-258D-08B7-42BF2839B27D}"/>
                </a:ext>
              </a:extLst>
            </p:cNvPr>
            <p:cNvSpPr/>
            <p:nvPr/>
          </p:nvSpPr>
          <p:spPr>
            <a:xfrm>
              <a:off x="609600" y="1493209"/>
              <a:ext cx="1706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b="1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~87.7%</a:t>
              </a:r>
              <a:endParaRPr lang="en-US" sz="1467"/>
            </a:p>
          </p:txBody>
        </p:sp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BBA8A1CA-E645-291C-41BF-0C7FE7619687}"/>
                </a:ext>
              </a:extLst>
            </p:cNvPr>
            <p:cNvSpPr/>
            <p:nvPr/>
          </p:nvSpPr>
          <p:spPr>
            <a:xfrm>
              <a:off x="2316480" y="3535680"/>
              <a:ext cx="1219200" cy="42672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240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C88B5281-2E71-522B-6285-C91C59A336D8}"/>
                </a:ext>
              </a:extLst>
            </p:cNvPr>
            <p:cNvSpPr/>
            <p:nvPr/>
          </p:nvSpPr>
          <p:spPr>
            <a:xfrm>
              <a:off x="2097024" y="4023360"/>
              <a:ext cx="1706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5A7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UNSTABLE</a:t>
              </a:r>
              <a:endParaRPr lang="en-US" sz="1200"/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B00BD327-FFC4-2D9B-36EF-20CA4449E28E}"/>
                </a:ext>
              </a:extLst>
            </p:cNvPr>
            <p:cNvSpPr/>
            <p:nvPr/>
          </p:nvSpPr>
          <p:spPr>
            <a:xfrm>
              <a:off x="2097024" y="3169920"/>
              <a:ext cx="1706880" cy="243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b="1">
                  <a:solidFill>
                    <a:srgbClr val="CA3C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~12.3%</a:t>
              </a:r>
              <a:endParaRPr lang="en-US" sz="1467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92000" cy="6705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" name="Text 2"/>
          <p:cNvSpPr/>
          <p:nvPr/>
        </p:nvSpPr>
        <p:spPr>
          <a:xfrm>
            <a:off x="0" y="-3507"/>
            <a:ext cx="12192000" cy="999744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 across three modalities</a:t>
            </a:r>
            <a:endParaRPr lang="en-US" sz="2667"/>
          </a:p>
        </p:txBody>
      </p:sp>
      <p:sp>
        <p:nvSpPr>
          <p:cNvPr id="5" name="Shape 3"/>
          <p:cNvSpPr/>
          <p:nvPr/>
        </p:nvSpPr>
        <p:spPr>
          <a:xfrm>
            <a:off x="365760" y="1158240"/>
            <a:ext cx="3779520" cy="510341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365760" y="1158240"/>
            <a:ext cx="3779520" cy="79248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512064" y="119481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</a:t>
            </a:r>
            <a:endParaRPr lang="en-US" sz="1867"/>
          </a:p>
        </p:txBody>
      </p:sp>
      <p:sp>
        <p:nvSpPr>
          <p:cNvPr id="8" name="Text 6"/>
          <p:cNvSpPr/>
          <p:nvPr/>
        </p:nvSpPr>
        <p:spPr>
          <a:xfrm>
            <a:off x="512064" y="158496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features</a:t>
            </a:r>
            <a:endParaRPr lang="en-US" sz="1333"/>
          </a:p>
        </p:txBody>
      </p:sp>
      <p:sp>
        <p:nvSpPr>
          <p:cNvPr id="9" name="Shape 7"/>
          <p:cNvSpPr/>
          <p:nvPr/>
        </p:nvSpPr>
        <p:spPr>
          <a:xfrm>
            <a:off x="512064" y="2133600"/>
            <a:ext cx="73152" cy="36576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694944" y="2133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velocity (mean, std, max) — stance &amp; lifted</a:t>
            </a:r>
            <a:endParaRPr lang="en-US" sz="1267"/>
          </a:p>
        </p:txBody>
      </p:sp>
      <p:sp>
        <p:nvSpPr>
          <p:cNvPr id="11" name="Shape 9"/>
          <p:cNvSpPr/>
          <p:nvPr/>
        </p:nvSpPr>
        <p:spPr>
          <a:xfrm>
            <a:off x="512064" y="2767584"/>
            <a:ext cx="73152" cy="36576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694944" y="27675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acceleration (mean, std, max) — stance &amp; lifted</a:t>
            </a:r>
            <a:endParaRPr lang="en-US" sz="1267"/>
          </a:p>
        </p:txBody>
      </p:sp>
      <p:sp>
        <p:nvSpPr>
          <p:cNvPr id="13" name="Shape 11"/>
          <p:cNvSpPr/>
          <p:nvPr/>
        </p:nvSpPr>
        <p:spPr>
          <a:xfrm>
            <a:off x="512064" y="3401568"/>
            <a:ext cx="73152" cy="36576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694944" y="3401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displacement (mean, std, max, range X/Y)</a:t>
            </a:r>
            <a:endParaRPr lang="en-US" sz="1267"/>
          </a:p>
        </p:txBody>
      </p:sp>
      <p:sp>
        <p:nvSpPr>
          <p:cNvPr id="15" name="Shape 13"/>
          <p:cNvSpPr/>
          <p:nvPr/>
        </p:nvSpPr>
        <p:spPr>
          <a:xfrm>
            <a:off x="512064" y="4035552"/>
            <a:ext cx="73152" cy="36576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694944" y="40355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velocity (mean, std)</a:t>
            </a:r>
            <a:endParaRPr lang="en-US" sz="1267"/>
          </a:p>
        </p:txBody>
      </p:sp>
      <p:sp>
        <p:nvSpPr>
          <p:cNvPr id="17" name="Shape 15"/>
          <p:cNvSpPr/>
          <p:nvPr/>
        </p:nvSpPr>
        <p:spPr>
          <a:xfrm>
            <a:off x="512064" y="4669536"/>
            <a:ext cx="73152" cy="36576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694944" y="4669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sway (std, range, velocity) — X &amp; Y axes</a:t>
            </a:r>
            <a:endParaRPr lang="en-US" sz="1267"/>
          </a:p>
        </p:txBody>
      </p:sp>
      <p:sp>
        <p:nvSpPr>
          <p:cNvPr id="19" name="Shape 17"/>
          <p:cNvSpPr/>
          <p:nvPr/>
        </p:nvSpPr>
        <p:spPr>
          <a:xfrm>
            <a:off x="4328160" y="1158240"/>
            <a:ext cx="3779520" cy="51034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Shape 18"/>
          <p:cNvSpPr/>
          <p:nvPr/>
        </p:nvSpPr>
        <p:spPr>
          <a:xfrm>
            <a:off x="4328160" y="1158240"/>
            <a:ext cx="3779520" cy="79248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21" name="Text 19"/>
          <p:cNvSpPr/>
          <p:nvPr/>
        </p:nvSpPr>
        <p:spPr>
          <a:xfrm>
            <a:off x="4474464" y="119481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867"/>
          </a:p>
        </p:txBody>
      </p:sp>
      <p:sp>
        <p:nvSpPr>
          <p:cNvPr id="22" name="Text 20"/>
          <p:cNvSpPr/>
          <p:nvPr/>
        </p:nvSpPr>
        <p:spPr>
          <a:xfrm>
            <a:off x="4474464" y="158496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</a:t>
            </a:r>
            <a:endParaRPr lang="en-US" sz="1333"/>
          </a:p>
        </p:txBody>
      </p:sp>
      <p:sp>
        <p:nvSpPr>
          <p:cNvPr id="23" name="Shape 21"/>
          <p:cNvSpPr/>
          <p:nvPr/>
        </p:nvSpPr>
        <p:spPr>
          <a:xfrm>
            <a:off x="4474464" y="2133600"/>
            <a:ext cx="73152" cy="36576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4657344" y="2133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centroid (mean, std, max, range)</a:t>
            </a:r>
            <a:endParaRPr lang="en-US" sz="1267"/>
          </a:p>
        </p:txBody>
      </p:sp>
      <p:sp>
        <p:nvSpPr>
          <p:cNvPr id="25" name="Shape 23"/>
          <p:cNvSpPr/>
          <p:nvPr/>
        </p:nvSpPr>
        <p:spPr>
          <a:xfrm>
            <a:off x="4474464" y="2767584"/>
            <a:ext cx="73152" cy="36576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4657344" y="27675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Micro-velocity (mean, std, max, energy)</a:t>
            </a:r>
            <a:endParaRPr lang="en-US" sz="1267"/>
          </a:p>
        </p:txBody>
      </p:sp>
      <p:sp>
        <p:nvSpPr>
          <p:cNvPr id="27" name="Shape 25"/>
          <p:cNvSpPr/>
          <p:nvPr/>
        </p:nvSpPr>
        <p:spPr>
          <a:xfrm>
            <a:off x="4474464" y="3401568"/>
            <a:ext cx="73152" cy="36576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28" name="Text 26"/>
          <p:cNvSpPr/>
          <p:nvPr/>
        </p:nvSpPr>
        <p:spPr>
          <a:xfrm>
            <a:off x="4657344" y="3401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Micro-acceleration (mean, std, max)</a:t>
            </a:r>
            <a:endParaRPr lang="en-US" sz="1267"/>
          </a:p>
        </p:txBody>
      </p:sp>
      <p:sp>
        <p:nvSpPr>
          <p:cNvPr id="29" name="Shape 27"/>
          <p:cNvSpPr/>
          <p:nvPr/>
        </p:nvSpPr>
        <p:spPr>
          <a:xfrm>
            <a:off x="4474464" y="4035552"/>
            <a:ext cx="73152" cy="36576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30" name="Text 28"/>
          <p:cNvSpPr/>
          <p:nvPr/>
        </p:nvSpPr>
        <p:spPr>
          <a:xfrm>
            <a:off x="4657344" y="40355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total power (mean, std, range)</a:t>
            </a:r>
            <a:endParaRPr lang="en-US" sz="1267"/>
          </a:p>
        </p:txBody>
      </p:sp>
      <p:sp>
        <p:nvSpPr>
          <p:cNvPr id="31" name="Shape 29"/>
          <p:cNvSpPr/>
          <p:nvPr/>
        </p:nvSpPr>
        <p:spPr>
          <a:xfrm>
            <a:off x="4474464" y="4669536"/>
            <a:ext cx="73152" cy="36576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4657344" y="4669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peak power (mean, std)</a:t>
            </a:r>
            <a:endParaRPr lang="en-US" sz="1267"/>
          </a:p>
        </p:txBody>
      </p:sp>
      <p:sp>
        <p:nvSpPr>
          <p:cNvPr id="33" name="Shape 31"/>
          <p:cNvSpPr/>
          <p:nvPr/>
        </p:nvSpPr>
        <p:spPr>
          <a:xfrm>
            <a:off x="4474464" y="5303520"/>
            <a:ext cx="73152" cy="36576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34" name="Text 32"/>
          <p:cNvSpPr/>
          <p:nvPr/>
        </p:nvSpPr>
        <p:spPr>
          <a:xfrm>
            <a:off x="4657344" y="5303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variation (mean, std, max)</a:t>
            </a:r>
            <a:endParaRPr lang="en-US" sz="1267"/>
          </a:p>
        </p:txBody>
      </p:sp>
      <p:sp>
        <p:nvSpPr>
          <p:cNvPr id="35" name="Shape 33"/>
          <p:cNvSpPr/>
          <p:nvPr/>
        </p:nvSpPr>
        <p:spPr>
          <a:xfrm>
            <a:off x="8290560" y="1158240"/>
            <a:ext cx="3779520" cy="51034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6" name="Shape 34"/>
          <p:cNvSpPr/>
          <p:nvPr/>
        </p:nvSpPr>
        <p:spPr>
          <a:xfrm>
            <a:off x="8290560" y="1158240"/>
            <a:ext cx="3779520" cy="7924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37" name="Text 35"/>
          <p:cNvSpPr/>
          <p:nvPr/>
        </p:nvSpPr>
        <p:spPr>
          <a:xfrm>
            <a:off x="8436864" y="119481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Plate</a:t>
            </a:r>
            <a:endParaRPr lang="en-US" sz="1867"/>
          </a:p>
        </p:txBody>
      </p:sp>
      <p:sp>
        <p:nvSpPr>
          <p:cNvPr id="38" name="Text 36"/>
          <p:cNvSpPr/>
          <p:nvPr/>
        </p:nvSpPr>
        <p:spPr>
          <a:xfrm>
            <a:off x="8436864" y="158496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</a:t>
            </a:r>
            <a:endParaRPr lang="en-US" sz="1333"/>
          </a:p>
        </p:txBody>
      </p:sp>
      <p:sp>
        <p:nvSpPr>
          <p:cNvPr id="39" name="Shape 37"/>
          <p:cNvSpPr/>
          <p:nvPr/>
        </p:nvSpPr>
        <p:spPr>
          <a:xfrm>
            <a:off x="8436864" y="2133600"/>
            <a:ext cx="73152" cy="3657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40" name="Text 38"/>
          <p:cNvSpPr/>
          <p:nvPr/>
        </p:nvSpPr>
        <p:spPr>
          <a:xfrm>
            <a:off x="8619744" y="2133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Anterior-Posterior (range, mean, sd)</a:t>
            </a:r>
            <a:endParaRPr lang="en-US" sz="1267"/>
          </a:p>
        </p:txBody>
      </p:sp>
      <p:sp>
        <p:nvSpPr>
          <p:cNvPr id="41" name="Shape 39"/>
          <p:cNvSpPr/>
          <p:nvPr/>
        </p:nvSpPr>
        <p:spPr>
          <a:xfrm>
            <a:off x="8436864" y="2767584"/>
            <a:ext cx="73152" cy="3657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42" name="Text 40"/>
          <p:cNvSpPr/>
          <p:nvPr/>
        </p:nvSpPr>
        <p:spPr>
          <a:xfrm>
            <a:off x="8619744" y="27675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Medial-Lateral (range, mean, sd)</a:t>
            </a:r>
            <a:endParaRPr lang="en-US" sz="1267"/>
          </a:p>
        </p:txBody>
      </p:sp>
      <p:sp>
        <p:nvSpPr>
          <p:cNvPr id="43" name="Shape 41"/>
          <p:cNvSpPr/>
          <p:nvPr/>
        </p:nvSpPr>
        <p:spPr>
          <a:xfrm>
            <a:off x="8436864" y="3401568"/>
            <a:ext cx="73152" cy="3657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44" name="Text 42"/>
          <p:cNvSpPr/>
          <p:nvPr/>
        </p:nvSpPr>
        <p:spPr>
          <a:xfrm>
            <a:off x="8619744" y="3401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speed (mean, sd, max, computed mean)</a:t>
            </a:r>
            <a:endParaRPr lang="en-US" sz="1267"/>
          </a:p>
        </p:txBody>
      </p:sp>
      <p:sp>
        <p:nvSpPr>
          <p:cNvPr id="45" name="Shape 43"/>
          <p:cNvSpPr/>
          <p:nvPr/>
        </p:nvSpPr>
        <p:spPr>
          <a:xfrm>
            <a:off x="8436864" y="4035552"/>
            <a:ext cx="73152" cy="3657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46" name="Text 44"/>
          <p:cNvSpPr/>
          <p:nvPr/>
        </p:nvSpPr>
        <p:spPr>
          <a:xfrm>
            <a:off x="8619744" y="40355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GRF-Z (mean, sd, cv%, range)</a:t>
            </a:r>
            <a:endParaRPr lang="en-US" sz="1267"/>
          </a:p>
        </p:txBody>
      </p:sp>
      <p:sp>
        <p:nvSpPr>
          <p:cNvPr id="47" name="Shape 45"/>
          <p:cNvSpPr/>
          <p:nvPr/>
        </p:nvSpPr>
        <p:spPr>
          <a:xfrm>
            <a:off x="8436864" y="4669536"/>
            <a:ext cx="73152" cy="3657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2400"/>
          </a:p>
        </p:txBody>
      </p:sp>
      <p:sp>
        <p:nvSpPr>
          <p:cNvPr id="48" name="Text 46"/>
          <p:cNvSpPr/>
          <p:nvPr/>
        </p:nvSpPr>
        <p:spPr>
          <a:xfrm>
            <a:off x="8619744" y="4669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 path length (total, per second)</a:t>
            </a:r>
            <a:endParaRPr lang="en-US" sz="1267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8BC73E35-AD20-8897-A34D-0D2D8909C660}"/>
              </a:ext>
            </a:extLst>
          </p:cNvPr>
          <p:cNvSpPr/>
          <p:nvPr/>
        </p:nvSpPr>
        <p:spPr>
          <a:xfrm>
            <a:off x="1391478" y="6346996"/>
            <a:ext cx="8554146" cy="443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70" b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60 features merged on OLST_attempt_id → OLST_Final_Merged.csv (1,224 rows)</a:t>
            </a:r>
            <a:endParaRPr lang="en-US" sz="127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2211-98B2-5679-93B2-4CAFDA83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92"/>
            <a:ext cx="121920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/>
              <a:t>SQL Data Cleaning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5B47E-F8DC-428E-C57D-71D53041C6C8}"/>
              </a:ext>
            </a:extLst>
          </p:cNvPr>
          <p:cNvSpPr txBox="1"/>
          <p:nvPr/>
        </p:nvSpPr>
        <p:spPr>
          <a:xfrm>
            <a:off x="6096000" y="951935"/>
            <a:ext cx="537067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Removal of incomplete trials: Deleted attempts with missing sensor values to ensure each observation had a full multimodal feature set (MOCAP, Radar, Force Plate).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084500A-10A9-5FD1-7D32-2F77B8D6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441"/>
          <a:stretch>
            <a:fillRect/>
          </a:stretch>
        </p:blipFill>
        <p:spPr>
          <a:xfrm>
            <a:off x="6096000" y="2029276"/>
            <a:ext cx="5362946" cy="4436178"/>
          </a:xfrm>
          <a:prstGeom prst="rect">
            <a:avLst/>
          </a:prstGeom>
        </p:spPr>
      </p:pic>
      <p:pic>
        <p:nvPicPr>
          <p:cNvPr id="9" name="Content Placeholder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13F79CD-FAB7-0386-EAC8-9731A96CA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595" y="812701"/>
            <a:ext cx="5363343" cy="590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182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877"/>
            <a:ext cx="12192000" cy="67056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kern="0" spc="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733"/>
          </a:p>
        </p:txBody>
      </p:sp>
      <p:sp>
        <p:nvSpPr>
          <p:cNvPr id="4" name="Text 2"/>
          <p:cNvSpPr/>
          <p:nvPr/>
        </p:nvSpPr>
        <p:spPr>
          <a:xfrm>
            <a:off x="548640" y="792480"/>
            <a:ext cx="1109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Testing: Mann-Whitney U + FDR Correction</a:t>
            </a:r>
            <a:endParaRPr lang="en-US" sz="3467"/>
          </a:p>
        </p:txBody>
      </p:sp>
      <p:sp>
        <p:nvSpPr>
          <p:cNvPr id="5" name="Shape 3"/>
          <p:cNvSpPr/>
          <p:nvPr/>
        </p:nvSpPr>
        <p:spPr>
          <a:xfrm>
            <a:off x="426720" y="176784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24256" y="1853184"/>
            <a:ext cx="2426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524256" y="2596896"/>
            <a:ext cx="2426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ML features</a:t>
            </a:r>
            <a:endParaRPr lang="en-US" sz="1467"/>
          </a:p>
        </p:txBody>
      </p:sp>
      <p:sp>
        <p:nvSpPr>
          <p:cNvPr id="8" name="Shape 6"/>
          <p:cNvSpPr/>
          <p:nvPr/>
        </p:nvSpPr>
        <p:spPr>
          <a:xfrm>
            <a:off x="3169920" y="176784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267456" y="1853184"/>
            <a:ext cx="2426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41/60</a:t>
            </a:r>
            <a:endParaRPr lang="en-US" sz="4000"/>
          </a:p>
        </p:txBody>
      </p:sp>
      <p:sp>
        <p:nvSpPr>
          <p:cNvPr id="10" name="Text 8"/>
          <p:cNvSpPr/>
          <p:nvPr/>
        </p:nvSpPr>
        <p:spPr>
          <a:xfrm>
            <a:off x="3267456" y="2596896"/>
            <a:ext cx="2426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(FDR p&lt;0.05)</a:t>
            </a:r>
            <a:endParaRPr lang="en-US" sz="1467"/>
          </a:p>
        </p:txBody>
      </p:sp>
      <p:sp>
        <p:nvSpPr>
          <p:cNvPr id="11" name="Shape 9"/>
          <p:cNvSpPr/>
          <p:nvPr/>
        </p:nvSpPr>
        <p:spPr>
          <a:xfrm>
            <a:off x="5913120" y="176784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010656" y="1853184"/>
            <a:ext cx="2426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/>
          </a:p>
        </p:txBody>
      </p:sp>
      <p:sp>
        <p:nvSpPr>
          <p:cNvPr id="13" name="Text 11"/>
          <p:cNvSpPr/>
          <p:nvPr/>
        </p:nvSpPr>
        <p:spPr>
          <a:xfrm>
            <a:off x="6010656" y="2596896"/>
            <a:ext cx="2426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effect size features</a:t>
            </a:r>
            <a:endParaRPr lang="en-US" sz="1467"/>
          </a:p>
        </p:txBody>
      </p:sp>
      <p:sp>
        <p:nvSpPr>
          <p:cNvPr id="14" name="Shape 12"/>
          <p:cNvSpPr/>
          <p:nvPr/>
        </p:nvSpPr>
        <p:spPr>
          <a:xfrm>
            <a:off x="8656320" y="1767840"/>
            <a:ext cx="2621280" cy="1341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753856" y="1853184"/>
            <a:ext cx="24262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</a:t>
            </a:r>
            <a:endParaRPr lang="en-US" sz="2133"/>
          </a:p>
          <a:p>
            <a:pPr algn="ctr"/>
            <a:r>
              <a:rPr lang="en-US" sz="2133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2133"/>
          </a:p>
        </p:txBody>
      </p:sp>
      <p:sp>
        <p:nvSpPr>
          <p:cNvPr id="16" name="Text 14"/>
          <p:cNvSpPr/>
          <p:nvPr/>
        </p:nvSpPr>
        <p:spPr>
          <a:xfrm>
            <a:off x="8753856" y="2596896"/>
            <a:ext cx="2426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→ Mann-Whitney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426720" y="3316224"/>
            <a:ext cx="5364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09600" y="3438144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Distribution</a:t>
            </a:r>
            <a:endParaRPr lang="en-US" sz="1733"/>
          </a:p>
        </p:txBody>
      </p:sp>
      <p:sp>
        <p:nvSpPr>
          <p:cNvPr id="19" name="Shape 17"/>
          <p:cNvSpPr/>
          <p:nvPr/>
        </p:nvSpPr>
        <p:spPr>
          <a:xfrm>
            <a:off x="670560" y="4023360"/>
            <a:ext cx="2377440" cy="41452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70560" y="40477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Calibri" pitchFamily="34" charset="0"/>
                <a:ea typeface="Calibri" pitchFamily="34" charset="-122"/>
                <a:cs typeface="Calibri" pitchFamily="34" charset="-120"/>
              </a:rPr>
              <a:t>Large  (|r| ≥ 0.5)  (n=15)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670560" y="4657344"/>
            <a:ext cx="2377440" cy="41452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70560" y="4681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Calibri" pitchFamily="34" charset="0"/>
                <a:ea typeface="Calibri" pitchFamily="34" charset="-122"/>
                <a:cs typeface="Calibri" pitchFamily="34" charset="-120"/>
              </a:rPr>
              <a:t>Medium (|r| ≥ 0.3)  (n=10)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670560" y="5291328"/>
            <a:ext cx="2377440" cy="414528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70560" y="5315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(|r| ≥ 0.1)  (n=17)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670560" y="5925312"/>
            <a:ext cx="2377440" cy="41452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70560" y="59496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 (n=18)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5974080" y="3316224"/>
            <a:ext cx="5791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6156960" y="3438144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Findings</a:t>
            </a:r>
            <a:endParaRPr lang="en-US" sz="1733"/>
          </a:p>
        </p:txBody>
      </p:sp>
      <p:sp>
        <p:nvSpPr>
          <p:cNvPr id="29" name="Text 27"/>
          <p:cNvSpPr/>
          <p:nvPr/>
        </p:nvSpPr>
        <p:spPr>
          <a:xfrm>
            <a:off x="6096000" y="3938016"/>
            <a:ext cx="536448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Plate features showed the strongest effect sizes - COP displacement and sway path had the largest rank-biserial correlations between STABLE/UNSTABLE groups.
</a:t>
            </a:r>
            <a:endParaRPr lang="en-US" sz="1600"/>
          </a:p>
          <a:p>
            <a:r>
              <a:rPr lang="en-US" sz="16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 knee velocity features ranked 2nd strongest, especially lifted leg dynamics.
</a:t>
            </a:r>
            <a:endParaRPr lang="en-US" sz="1600"/>
          </a:p>
          <a:p>
            <a:r>
              <a:rPr lang="en-US" sz="16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features contributed smaller but statistically significant effects via Doppler frequency shift.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426720" y="655929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test: Shapiro-Wilk → most features non-normal → Mann-Whitney U selected over t-test; FDR corrected via Benjamini-Hochberg</a:t>
            </a:r>
            <a:endParaRPr lang="en-US" sz="1267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48E59-01A9-7405-AEE7-0105EFA9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710B-1E40-AF81-C03B-1D837F519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/>
              <a:t>Spearman Correlation Heatmaps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BA4CF-DF2A-9933-7060-9FE72D34A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808" y="953008"/>
            <a:ext cx="10058400" cy="388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err="1"/>
              <a:t>corr</a:t>
            </a:r>
            <a:r>
              <a:rPr lang="en-US" sz="1800"/>
              <a:t> = </a:t>
            </a:r>
            <a:r>
              <a:rPr lang="en-US" sz="1800" err="1"/>
              <a:t>df</a:t>
            </a:r>
            <a:r>
              <a:rPr lang="en-US" sz="1800"/>
              <a:t>[</a:t>
            </a:r>
            <a:r>
              <a:rPr lang="en-US" sz="1800" err="1"/>
              <a:t>feat_cols</a:t>
            </a:r>
            <a:r>
              <a:rPr lang="en-US" sz="1800"/>
              <a:t>].</a:t>
            </a:r>
            <a:r>
              <a:rPr lang="en-US" sz="1800" err="1"/>
              <a:t>corr</a:t>
            </a:r>
            <a:r>
              <a:rPr lang="en-US" sz="1800"/>
              <a:t>(method="</a:t>
            </a:r>
            <a:r>
              <a:rPr lang="en-US" sz="1600"/>
              <a:t>spearman</a:t>
            </a:r>
            <a:r>
              <a:rPr lang="en-US" sz="1800"/>
              <a:t>")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69DA17-EF64-8574-2135-F4D1230C5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9293"/>
            <a:ext cx="12192000" cy="3688801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3797D2C-53CC-9CAF-C1CC-BC743301564E}"/>
              </a:ext>
            </a:extLst>
          </p:cNvPr>
          <p:cNvSpPr txBox="1">
            <a:spLocks/>
          </p:cNvSpPr>
          <p:nvPr/>
        </p:nvSpPr>
        <p:spPr>
          <a:xfrm>
            <a:off x="876808" y="1326493"/>
            <a:ext cx="10058400" cy="669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err="1"/>
              <a:t>sns.heatmap</a:t>
            </a:r>
            <a:r>
              <a:rPr lang="en-US" sz="1600"/>
              <a:t>(</a:t>
            </a:r>
            <a:r>
              <a:rPr lang="en-US" sz="1600" err="1"/>
              <a:t>corr_matrix</a:t>
            </a:r>
            <a:r>
              <a:rPr lang="en-US" sz="1600"/>
              <a:t>, mask=mask, </a:t>
            </a:r>
            <a:r>
              <a:rPr lang="en-US" sz="1600" err="1"/>
              <a:t>cmap</a:t>
            </a:r>
            <a:r>
              <a:rPr lang="en-US" sz="1600"/>
              <a:t>='</a:t>
            </a:r>
            <a:r>
              <a:rPr lang="en-US" sz="1600" err="1"/>
              <a:t>RdBu_r</a:t>
            </a:r>
            <a:r>
              <a:rPr lang="en-US" sz="1600"/>
              <a:t>', center=0, </a:t>
            </a:r>
            <a:r>
              <a:rPr lang="en-US" sz="1600" err="1"/>
              <a:t>vmin</a:t>
            </a:r>
            <a:r>
              <a:rPr lang="en-US" sz="1600"/>
              <a:t>=-1, </a:t>
            </a:r>
            <a:r>
              <a:rPr lang="en-US" sz="1600" err="1"/>
              <a:t>vmax</a:t>
            </a:r>
            <a:r>
              <a:rPr lang="en-US" sz="1600"/>
              <a:t>=1, linewidths=0.2, </a:t>
            </a:r>
            <a:r>
              <a:rPr lang="en-US" sz="1600" err="1"/>
              <a:t>linecolor</a:t>
            </a:r>
            <a:r>
              <a:rPr lang="en-US" sz="1600"/>
              <a:t>='white', </a:t>
            </a:r>
            <a:r>
              <a:rPr lang="en-US" sz="1600" err="1"/>
              <a:t>annot</a:t>
            </a:r>
            <a:r>
              <a:rPr lang="en-US" sz="1600"/>
              <a:t>=False, ax=ax, </a:t>
            </a:r>
            <a:r>
              <a:rPr lang="en-US" sz="1600" err="1"/>
              <a:t>cbar_kws</a:t>
            </a:r>
            <a:r>
              <a:rPr lang="en-US" sz="1600"/>
              <a:t>={'label': 'Spearman </a:t>
            </a:r>
            <a:r>
              <a:rPr lang="el-GR" sz="1600"/>
              <a:t>ρ', '</a:t>
            </a:r>
            <a:r>
              <a:rPr lang="en-US" sz="1600"/>
              <a:t>shrink': 0.6})</a:t>
            </a:r>
          </a:p>
        </p:txBody>
      </p:sp>
    </p:spTree>
    <p:extLst>
      <p:ext uri="{BB962C8B-B14F-4D97-AF65-F5344CB8AC3E}">
        <p14:creationId xmlns:p14="http://schemas.microsoft.com/office/powerpoint/2010/main" val="1495364655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kern="0" spc="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733"/>
          </a:p>
        </p:txBody>
      </p:sp>
      <p:sp>
        <p:nvSpPr>
          <p:cNvPr id="4" name="Text 2"/>
          <p:cNvSpPr/>
          <p:nvPr/>
        </p:nvSpPr>
        <p:spPr>
          <a:xfrm>
            <a:off x="548640" y="792480"/>
            <a:ext cx="1109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× Four Modalities × LOSO Cross-Validation</a:t>
            </a:r>
            <a:endParaRPr lang="en-US" sz="3467"/>
          </a:p>
        </p:txBody>
      </p:sp>
      <p:sp>
        <p:nvSpPr>
          <p:cNvPr id="5" name="Shape 3"/>
          <p:cNvSpPr/>
          <p:nvPr/>
        </p:nvSpPr>
        <p:spPr>
          <a:xfrm>
            <a:off x="426720" y="1731264"/>
            <a:ext cx="3596640" cy="512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24256" y="1755648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733"/>
          </a:p>
          <a:p>
            <a:pPr algn="ctr"/>
            <a:r>
              <a:rPr lang="en-US" sz="1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733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A95827-8840-5BDA-3E4E-AC77557F40E8}"/>
              </a:ext>
            </a:extLst>
          </p:cNvPr>
          <p:cNvGrpSpPr/>
          <p:nvPr/>
        </p:nvGrpSpPr>
        <p:grpSpPr>
          <a:xfrm>
            <a:off x="426720" y="2547289"/>
            <a:ext cx="3596640" cy="512064"/>
            <a:chOff x="4267200" y="1731264"/>
            <a:chExt cx="3596640" cy="512064"/>
          </a:xfrm>
        </p:grpSpPr>
        <p:sp>
          <p:nvSpPr>
            <p:cNvPr id="9" name="Shape 7"/>
            <p:cNvSpPr/>
            <p:nvPr/>
          </p:nvSpPr>
          <p:spPr>
            <a:xfrm>
              <a:off x="4267200" y="1731264"/>
              <a:ext cx="3596640" cy="51206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10" name="Text 8"/>
            <p:cNvSpPr/>
            <p:nvPr/>
          </p:nvSpPr>
          <p:spPr>
            <a:xfrm>
              <a:off x="4364736" y="1755648"/>
              <a:ext cx="3413760" cy="46329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1733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</a:t>
              </a:r>
              <a:endParaRPr lang="en-US" sz="1733"/>
            </a:p>
            <a:p>
              <a:pPr algn="ctr"/>
              <a:r>
                <a:rPr lang="en-US" sz="1733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Forest</a:t>
              </a:r>
              <a:endParaRPr lang="en-US" sz="1733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6FEAB2C-E68D-F6A5-DA32-B0362B396534}"/>
              </a:ext>
            </a:extLst>
          </p:cNvPr>
          <p:cNvGrpSpPr/>
          <p:nvPr/>
        </p:nvGrpSpPr>
        <p:grpSpPr>
          <a:xfrm>
            <a:off x="426720" y="3363314"/>
            <a:ext cx="3596640" cy="512064"/>
            <a:chOff x="8107680" y="1731264"/>
            <a:chExt cx="3596640" cy="512064"/>
          </a:xfrm>
        </p:grpSpPr>
        <p:sp>
          <p:nvSpPr>
            <p:cNvPr id="13" name="Shape 11"/>
            <p:cNvSpPr/>
            <p:nvPr/>
          </p:nvSpPr>
          <p:spPr>
            <a:xfrm>
              <a:off x="8107680" y="1731264"/>
              <a:ext cx="3596640" cy="5120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14" name="Text 12"/>
            <p:cNvSpPr/>
            <p:nvPr/>
          </p:nvSpPr>
          <p:spPr>
            <a:xfrm>
              <a:off x="8205216" y="1755648"/>
              <a:ext cx="341376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733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XGBoost</a:t>
              </a:r>
              <a:endParaRPr lang="en-US" sz="1733"/>
            </a:p>
          </p:txBody>
        </p:sp>
      </p:grpSp>
      <p:sp>
        <p:nvSpPr>
          <p:cNvPr id="18" name="Text 16"/>
          <p:cNvSpPr/>
          <p:nvPr/>
        </p:nvSpPr>
        <p:spPr>
          <a:xfrm>
            <a:off x="609600" y="4450080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Evaluated:</a:t>
            </a:r>
            <a:endParaRPr lang="en-US" sz="1733"/>
          </a:p>
        </p:txBody>
      </p:sp>
      <p:sp>
        <p:nvSpPr>
          <p:cNvPr id="19" name="Shape 17"/>
          <p:cNvSpPr/>
          <p:nvPr/>
        </p:nvSpPr>
        <p:spPr>
          <a:xfrm>
            <a:off x="3657600" y="4486656"/>
            <a:ext cx="1767840" cy="4267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3718560" y="4511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 only</a:t>
            </a:r>
            <a:endParaRPr lang="en-US" sz="1333"/>
          </a:p>
        </p:txBody>
      </p:sp>
      <p:sp>
        <p:nvSpPr>
          <p:cNvPr id="21" name="Shape 19"/>
          <p:cNvSpPr/>
          <p:nvPr/>
        </p:nvSpPr>
        <p:spPr>
          <a:xfrm>
            <a:off x="5608320" y="4486656"/>
            <a:ext cx="1767840" cy="4267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669280" y="4511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only</a:t>
            </a:r>
            <a:endParaRPr lang="en-US" sz="1333"/>
          </a:p>
        </p:txBody>
      </p:sp>
      <p:sp>
        <p:nvSpPr>
          <p:cNvPr id="23" name="Shape 21"/>
          <p:cNvSpPr/>
          <p:nvPr/>
        </p:nvSpPr>
        <p:spPr>
          <a:xfrm>
            <a:off x="7559040" y="4486656"/>
            <a:ext cx="1767840" cy="426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620000" y="4511040"/>
            <a:ext cx="164592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Plate only</a:t>
            </a:r>
            <a:endParaRPr lang="en-US" sz="1333"/>
          </a:p>
        </p:txBody>
      </p:sp>
      <p:sp>
        <p:nvSpPr>
          <p:cNvPr id="25" name="Shape 23"/>
          <p:cNvSpPr/>
          <p:nvPr/>
        </p:nvSpPr>
        <p:spPr>
          <a:xfrm>
            <a:off x="9509760" y="4486656"/>
            <a:ext cx="1767840" cy="426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9570720" y="4511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(fused)</a:t>
            </a:r>
            <a:endParaRPr lang="en-US" sz="1333"/>
          </a:p>
        </p:txBody>
      </p:sp>
      <p:sp>
        <p:nvSpPr>
          <p:cNvPr id="27" name="Text 25"/>
          <p:cNvSpPr/>
          <p:nvPr/>
        </p:nvSpPr>
        <p:spPr>
          <a:xfrm>
            <a:off x="548640" y="4974336"/>
            <a:ext cx="110337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approaches</a:t>
            </a:r>
            <a:r>
              <a:rPr lang="en-US" sz="16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All features,  PCA (95% var),  Top-5 important features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426720" y="5766816"/>
            <a:ext cx="113385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670560" y="5875705"/>
            <a:ext cx="1097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Cross-Validation: </a:t>
            </a:r>
            <a:r>
              <a:rPr lang="en-US" sz="1533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 — trained on 31 subjects, tested on 1. Repeated for all 32. Prevents subject-level data leakage since multiple trials per person exist.</a:t>
            </a:r>
            <a:endParaRPr lang="en-US" sz="1533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525AE44-BEA4-BAD9-3474-DEBF94389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962" y="1592086"/>
            <a:ext cx="6004560" cy="2509492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284579" y="630176"/>
            <a:ext cx="1109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Across Modalities</a:t>
            </a:r>
            <a:endParaRPr lang="en-US" sz="3467"/>
          </a:p>
        </p:txBody>
      </p:sp>
      <p:sp>
        <p:nvSpPr>
          <p:cNvPr id="5" name="Text 3"/>
          <p:cNvSpPr/>
          <p:nvPr/>
        </p:nvSpPr>
        <p:spPr>
          <a:xfrm>
            <a:off x="355600" y="1375664"/>
            <a:ext cx="670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(</a:t>
            </a:r>
            <a:r>
              <a:rPr lang="en-US" sz="1467" b="1" err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r>
              <a:rPr lang="en-US" sz="1467" b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Gini Importance)</a:t>
            </a:r>
            <a:endParaRPr lang="en-US" sz="1467"/>
          </a:p>
        </p:txBody>
      </p:sp>
      <p:sp>
        <p:nvSpPr>
          <p:cNvPr id="6" name="Text 4"/>
          <p:cNvSpPr/>
          <p:nvPr/>
        </p:nvSpPr>
        <p:spPr>
          <a:xfrm>
            <a:off x="6462944" y="1375664"/>
            <a:ext cx="215727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Score</a:t>
            </a:r>
            <a:endParaRPr lang="en-US" sz="1467"/>
          </a:p>
        </p:txBody>
      </p:sp>
      <p:sp>
        <p:nvSpPr>
          <p:cNvPr id="7" name="Shape 5"/>
          <p:cNvSpPr/>
          <p:nvPr/>
        </p:nvSpPr>
        <p:spPr>
          <a:xfrm>
            <a:off x="355600" y="1863344"/>
            <a:ext cx="6339840" cy="34137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40944" y="1887728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COP sway path length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6756400" y="1887728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0.085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55600" y="2302256"/>
            <a:ext cx="5817736" cy="34137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40944" y="2326640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COP displacement AP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756400" y="2326640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0.078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355601" y="2741168"/>
            <a:ext cx="5295631" cy="34137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40944" y="2765552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MOCAP: lifted_knee_vel_mean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6756400" y="2765552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0.071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355600" y="3180080"/>
            <a:ext cx="4997285" cy="34137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440944" y="3204464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GRF variability RMS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756400" y="3204464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355601" y="3618992"/>
            <a:ext cx="4698940" cy="34137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440944" y="3643376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MOCAP: com_vel_std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756400" y="3643376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355600" y="4057904"/>
            <a:ext cx="4326008" cy="34137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40944" y="4082288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MOCAP: lifted_knee_acc_max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756400" y="4082288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355601" y="4496816"/>
            <a:ext cx="4102249" cy="34137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440944" y="4521200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 COP velocity mean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756400" y="4521200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355600" y="4935728"/>
            <a:ext cx="3654731" cy="34137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440944" y="4960112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RADAR: Doppler </a:t>
            </a:r>
            <a:r>
              <a:rPr lang="en-US" sz="1400" err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</a:t>
            </a:r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shift mean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6756400" y="4960112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</a:t>
            </a:r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355601" y="5374640"/>
            <a:ext cx="3505559" cy="34137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440944" y="5399024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MOCAP: trunk_sway_amplitude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6756400" y="5399024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0.047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355600" y="5813552"/>
            <a:ext cx="3058040" cy="34137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440944" y="5837936"/>
            <a:ext cx="646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RADAR: Signal amplitude std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6756400" y="5837936"/>
            <a:ext cx="85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0.041</a:t>
            </a:r>
            <a:endParaRPr lang="en-US" sz="1400"/>
          </a:p>
        </p:txBody>
      </p:sp>
      <p:sp>
        <p:nvSpPr>
          <p:cNvPr id="37" name="Shape 35"/>
          <p:cNvSpPr/>
          <p:nvPr/>
        </p:nvSpPr>
        <p:spPr>
          <a:xfrm>
            <a:off x="7853680" y="5886704"/>
            <a:ext cx="341376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8256016" y="5886704"/>
            <a:ext cx="1097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</a:t>
            </a:r>
            <a:endParaRPr lang="en-US" sz="1333"/>
          </a:p>
        </p:txBody>
      </p:sp>
      <p:sp>
        <p:nvSpPr>
          <p:cNvPr id="39" name="Shape 37"/>
          <p:cNvSpPr/>
          <p:nvPr/>
        </p:nvSpPr>
        <p:spPr>
          <a:xfrm>
            <a:off x="9316720" y="5886704"/>
            <a:ext cx="341376" cy="304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9719056" y="5886704"/>
            <a:ext cx="1097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Plate</a:t>
            </a:r>
            <a:endParaRPr lang="en-US" sz="1333"/>
          </a:p>
        </p:txBody>
      </p:sp>
      <p:sp>
        <p:nvSpPr>
          <p:cNvPr id="41" name="Shape 39"/>
          <p:cNvSpPr/>
          <p:nvPr/>
        </p:nvSpPr>
        <p:spPr>
          <a:xfrm>
            <a:off x="10779760" y="5886704"/>
            <a:ext cx="341376" cy="3048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11287760" y="5886704"/>
            <a:ext cx="10972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333"/>
          </a:p>
        </p:txBody>
      </p:sp>
      <p:sp>
        <p:nvSpPr>
          <p:cNvPr id="43" name="Text 41"/>
          <p:cNvSpPr/>
          <p:nvPr/>
        </p:nvSpPr>
        <p:spPr>
          <a:xfrm>
            <a:off x="355600" y="631342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Feature importance reflects RF Gini importance trained on full data (all 1,224 trials).</a:t>
            </a:r>
            <a:endParaRPr lang="en-US" sz="1267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Leave-One-Subject-Out Evaluation Function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792480"/>
            <a:ext cx="1109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67"/>
          </a:p>
        </p:txBody>
      </p:sp>
      <p:sp>
        <p:nvSpPr>
          <p:cNvPr id="5" name="Shape 3"/>
          <p:cNvSpPr/>
          <p:nvPr/>
        </p:nvSpPr>
        <p:spPr>
          <a:xfrm>
            <a:off x="314960" y="1066800"/>
            <a:ext cx="7071360" cy="4998720"/>
          </a:xfrm>
          <a:prstGeom prst="rect">
            <a:avLst/>
          </a:prstGeom>
          <a:solidFill>
            <a:srgbClr val="1E2A38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066800"/>
            <a:ext cx="6705600" cy="4916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0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loso_evaluate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y, participants,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400"/>
          </a:p>
          <a:p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unique_pids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np.unique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(participants)</a:t>
            </a:r>
            <a:endParaRPr lang="en-US" sz="1400"/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all_y_true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all_y_prob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[], []</a:t>
            </a:r>
            <a:endParaRPr lang="en-US" sz="1400"/>
          </a:p>
          <a:p>
            <a:endParaRPr lang="en-US" sz="1400"/>
          </a:p>
          <a:p>
            <a:r>
              <a:rPr lang="en-US" sz="140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r>
              <a:rPr lang="en-US" sz="1400" err="1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r>
              <a:rPr lang="en-US" sz="140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</a:t>
            </a:r>
            <a:r>
              <a:rPr lang="en-US" sz="1400" err="1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unique_pids</a:t>
            </a:r>
            <a:r>
              <a:rPr lang="en-US" sz="140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# 32 folds</a:t>
            </a:r>
            <a:endParaRPr lang="en-US" sz="1400"/>
          </a:p>
          <a:p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test_idx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(participants ==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/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train_idx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(participants !=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/>
          </a:p>
          <a:p>
            <a:endParaRPr lang="en-US" sz="1400"/>
          </a:p>
          <a:p>
            <a:r>
              <a:rPr lang="en-US" sz="140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Scale inside fold (no leakage)</a:t>
            </a:r>
            <a:endParaRPr lang="en-US" sz="1400"/>
          </a:p>
          <a:p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scaler =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/>
          </a:p>
          <a:p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scaler.fit_transform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(X[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train_idx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00"/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scaler.transform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(X[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test_idx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00"/>
          </a:p>
          <a:p>
            <a:endParaRPr lang="en-US" sz="1400"/>
          </a:p>
          <a:p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clf.fit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y[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train_idx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00"/>
          </a:p>
          <a:p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probs = 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clf.predict_proba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err="1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</a:t>
            </a:r>
            <a:r>
              <a:rPr lang="en-US" sz="140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)[:,1]</a:t>
            </a:r>
            <a:endParaRPr lang="en-US" sz="1400"/>
          </a:p>
          <a:p>
            <a:pPr>
              <a:spcAft>
                <a:spcPts val="400"/>
              </a:spcAft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all_y_prob.extend</a:t>
            </a: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(probs)</a:t>
            </a:r>
            <a:endParaRPr lang="en-US" sz="1400"/>
          </a:p>
          <a:p>
            <a:endParaRPr lang="en-US" sz="1400"/>
          </a:p>
          <a:p>
            <a:r>
              <a:rPr lang="en-US" sz="140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40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roc_auc_score</a:t>
            </a:r>
            <a:r>
              <a:rPr lang="en-US" sz="140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all_y_true</a:t>
            </a:r>
            <a:r>
              <a:rPr lang="en-US" sz="140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err="1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all_y_prob</a:t>
            </a:r>
            <a:r>
              <a:rPr lang="en-US" sz="140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7680960" y="1066801"/>
            <a:ext cx="4023360" cy="499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924800" y="1286256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LOSO?</a:t>
            </a:r>
            <a:endParaRPr lang="en-US" sz="1733"/>
          </a:p>
        </p:txBody>
      </p:sp>
      <p:sp>
        <p:nvSpPr>
          <p:cNvPr id="9" name="Text 7"/>
          <p:cNvSpPr/>
          <p:nvPr/>
        </p:nvSpPr>
        <p:spPr>
          <a:xfrm>
            <a:off x="7924800" y="1767840"/>
            <a:ext cx="3718560" cy="3002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trials per subject
→ random split would leak identity signal across train/test.
Scaler fit on train only
→ prevents mean/variance leakage.
Metrics pooled across all 32 folds → reported as mean ± std.
</a:t>
            </a:r>
          </a:p>
          <a:p>
            <a:r>
              <a:rPr lang="en-US" sz="1533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 used for all feature strategies (all, PCA, top-N).</a:t>
            </a:r>
            <a:endParaRPr lang="en-US" sz="1533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8521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55107" y="85344"/>
            <a:ext cx="11471133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400">
                <a:solidFill>
                  <a:srgbClr val="7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841248" y="853440"/>
            <a:ext cx="1645920" cy="426720"/>
          </a:xfrm>
          <a:prstGeom prst="rect">
            <a:avLst/>
          </a:prstGeom>
          <a:solidFill>
            <a:srgbClr val="E8A090"/>
          </a:solidFill>
          <a:ln w="6350">
            <a:solidFill>
              <a:srgbClr val="C9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0016" y="926592"/>
            <a:ext cx="1548384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6B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467"/>
          </a:p>
        </p:txBody>
      </p:sp>
      <p:sp>
        <p:nvSpPr>
          <p:cNvPr id="7" name="Shape 5"/>
          <p:cNvSpPr/>
          <p:nvPr/>
        </p:nvSpPr>
        <p:spPr>
          <a:xfrm>
            <a:off x="2487168" y="853440"/>
            <a:ext cx="1767840" cy="426720"/>
          </a:xfrm>
          <a:prstGeom prst="rect">
            <a:avLst/>
          </a:prstGeom>
          <a:solidFill>
            <a:srgbClr val="E8A090"/>
          </a:solidFill>
          <a:ln w="6350">
            <a:solidFill>
              <a:srgbClr val="C9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35936" y="926592"/>
            <a:ext cx="1670304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6B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4255008" y="853440"/>
            <a:ext cx="1889760" cy="426720"/>
          </a:xfrm>
          <a:prstGeom prst="rect">
            <a:avLst/>
          </a:prstGeom>
          <a:solidFill>
            <a:srgbClr val="E8A090"/>
          </a:solidFill>
          <a:ln w="6350">
            <a:solidFill>
              <a:srgbClr val="C9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03776" y="926592"/>
            <a:ext cx="1792224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6B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67"/>
          </a:p>
        </p:txBody>
      </p:sp>
      <p:sp>
        <p:nvSpPr>
          <p:cNvPr id="11" name="Shape 9"/>
          <p:cNvSpPr/>
          <p:nvPr/>
        </p:nvSpPr>
        <p:spPr>
          <a:xfrm>
            <a:off x="6144768" y="853440"/>
            <a:ext cx="2438400" cy="426720"/>
          </a:xfrm>
          <a:prstGeom prst="rect">
            <a:avLst/>
          </a:prstGeom>
          <a:solidFill>
            <a:srgbClr val="E8A090"/>
          </a:solidFill>
          <a:ln w="6350">
            <a:solidFill>
              <a:srgbClr val="C9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3536" y="926592"/>
            <a:ext cx="2340864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6B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(mean±std)</a:t>
            </a:r>
            <a:endParaRPr lang="en-US" sz="1467"/>
          </a:p>
        </p:txBody>
      </p:sp>
      <p:sp>
        <p:nvSpPr>
          <p:cNvPr id="13" name="Shape 11"/>
          <p:cNvSpPr/>
          <p:nvPr/>
        </p:nvSpPr>
        <p:spPr>
          <a:xfrm>
            <a:off x="8583168" y="853440"/>
            <a:ext cx="1097280" cy="426720"/>
          </a:xfrm>
          <a:prstGeom prst="rect">
            <a:avLst/>
          </a:prstGeom>
          <a:solidFill>
            <a:srgbClr val="E8A090"/>
          </a:solidFill>
          <a:ln w="6350">
            <a:solidFill>
              <a:srgbClr val="C9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31936" y="926592"/>
            <a:ext cx="999744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6B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67"/>
          </a:p>
        </p:txBody>
      </p:sp>
      <p:sp>
        <p:nvSpPr>
          <p:cNvPr id="15" name="Shape 13"/>
          <p:cNvSpPr/>
          <p:nvPr/>
        </p:nvSpPr>
        <p:spPr>
          <a:xfrm>
            <a:off x="9680448" y="853440"/>
            <a:ext cx="1097280" cy="426720"/>
          </a:xfrm>
          <a:prstGeom prst="rect">
            <a:avLst/>
          </a:prstGeom>
          <a:solidFill>
            <a:srgbClr val="E8A090"/>
          </a:solidFill>
          <a:ln w="6350">
            <a:solidFill>
              <a:srgbClr val="C97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29216" y="926592"/>
            <a:ext cx="999744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6B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841248" y="1280160"/>
            <a:ext cx="1645920" cy="377952"/>
          </a:xfrm>
          <a:prstGeom prst="rect">
            <a:avLst/>
          </a:prstGeom>
          <a:solidFill>
            <a:srgbClr val="D6EAF8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0016" y="1353312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333"/>
          </a:p>
        </p:txBody>
      </p:sp>
      <p:sp>
        <p:nvSpPr>
          <p:cNvPr id="19" name="Shape 17"/>
          <p:cNvSpPr/>
          <p:nvPr/>
        </p:nvSpPr>
        <p:spPr>
          <a:xfrm>
            <a:off x="2487168" y="1280160"/>
            <a:ext cx="176784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35936" y="1353312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4255008" y="1280160"/>
            <a:ext cx="188976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03776" y="13533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6144768" y="1280160"/>
            <a:ext cx="243840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93536" y="135331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 ± 0.050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8583168" y="1280160"/>
            <a:ext cx="109728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31936" y="1353312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9680448" y="1280160"/>
            <a:ext cx="109728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29216" y="1353312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0.868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841248" y="1658112"/>
            <a:ext cx="1645920" cy="377952"/>
          </a:xfrm>
          <a:prstGeom prst="rect">
            <a:avLst/>
          </a:prstGeom>
          <a:solidFill>
            <a:srgbClr val="D6EAF8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0016" y="1731264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333"/>
          </a:p>
        </p:txBody>
      </p:sp>
      <p:sp>
        <p:nvSpPr>
          <p:cNvPr id="31" name="Shape 29"/>
          <p:cNvSpPr/>
          <p:nvPr/>
        </p:nvSpPr>
        <p:spPr>
          <a:xfrm>
            <a:off x="2487168" y="1658112"/>
            <a:ext cx="176784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35936" y="1731264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400"/>
          </a:p>
        </p:txBody>
      </p:sp>
      <p:sp>
        <p:nvSpPr>
          <p:cNvPr id="33" name="Shape 31"/>
          <p:cNvSpPr/>
          <p:nvPr/>
        </p:nvSpPr>
        <p:spPr>
          <a:xfrm>
            <a:off x="4255008" y="1658112"/>
            <a:ext cx="188976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03776" y="17312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6144768" y="1658112"/>
            <a:ext cx="243840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3536" y="173126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 ± 0.054</a:t>
            </a:r>
            <a:endParaRPr lang="en-US" sz="1400"/>
          </a:p>
        </p:txBody>
      </p:sp>
      <p:sp>
        <p:nvSpPr>
          <p:cNvPr id="37" name="Shape 35"/>
          <p:cNvSpPr/>
          <p:nvPr/>
        </p:nvSpPr>
        <p:spPr>
          <a:xfrm>
            <a:off x="8583168" y="1658112"/>
            <a:ext cx="109728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631936" y="1731264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0.769</a:t>
            </a:r>
            <a:endParaRPr lang="en-US" sz="1400"/>
          </a:p>
        </p:txBody>
      </p:sp>
      <p:sp>
        <p:nvSpPr>
          <p:cNvPr id="39" name="Shape 37"/>
          <p:cNvSpPr/>
          <p:nvPr/>
        </p:nvSpPr>
        <p:spPr>
          <a:xfrm>
            <a:off x="9680448" y="1658112"/>
            <a:ext cx="109728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729216" y="1731264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0.895</a:t>
            </a:r>
            <a:endParaRPr lang="en-US" sz="1400"/>
          </a:p>
        </p:txBody>
      </p:sp>
      <p:sp>
        <p:nvSpPr>
          <p:cNvPr id="41" name="Shape 39"/>
          <p:cNvSpPr/>
          <p:nvPr/>
        </p:nvSpPr>
        <p:spPr>
          <a:xfrm>
            <a:off x="841248" y="2036064"/>
            <a:ext cx="1645920" cy="377952"/>
          </a:xfrm>
          <a:prstGeom prst="rect">
            <a:avLst/>
          </a:prstGeom>
          <a:solidFill>
            <a:srgbClr val="D6EAF8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0016" y="2109216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333"/>
          </a:p>
        </p:txBody>
      </p:sp>
      <p:sp>
        <p:nvSpPr>
          <p:cNvPr id="43" name="Shape 41"/>
          <p:cNvSpPr/>
          <p:nvPr/>
        </p:nvSpPr>
        <p:spPr>
          <a:xfrm>
            <a:off x="2487168" y="2036064"/>
            <a:ext cx="176784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35936" y="2109216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/>
          </a:p>
        </p:txBody>
      </p:sp>
      <p:sp>
        <p:nvSpPr>
          <p:cNvPr id="45" name="Shape 43"/>
          <p:cNvSpPr/>
          <p:nvPr/>
        </p:nvSpPr>
        <p:spPr>
          <a:xfrm>
            <a:off x="4255008" y="2036064"/>
            <a:ext cx="188976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303776" y="21092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400"/>
          </a:p>
        </p:txBody>
      </p:sp>
      <p:sp>
        <p:nvSpPr>
          <p:cNvPr id="47" name="Shape 45"/>
          <p:cNvSpPr/>
          <p:nvPr/>
        </p:nvSpPr>
        <p:spPr>
          <a:xfrm>
            <a:off x="6144768" y="2036064"/>
            <a:ext cx="243840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93536" y="21092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 ± 0.068</a:t>
            </a:r>
            <a:endParaRPr lang="en-US" sz="1400"/>
          </a:p>
        </p:txBody>
      </p:sp>
      <p:sp>
        <p:nvSpPr>
          <p:cNvPr id="49" name="Shape 47"/>
          <p:cNvSpPr/>
          <p:nvPr/>
        </p:nvSpPr>
        <p:spPr>
          <a:xfrm>
            <a:off x="8583168" y="2036064"/>
            <a:ext cx="109728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631936" y="2109216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</a:t>
            </a:r>
            <a:endParaRPr lang="en-US" sz="1400"/>
          </a:p>
        </p:txBody>
      </p:sp>
      <p:sp>
        <p:nvSpPr>
          <p:cNvPr id="51" name="Shape 49"/>
          <p:cNvSpPr/>
          <p:nvPr/>
        </p:nvSpPr>
        <p:spPr>
          <a:xfrm>
            <a:off x="9680448" y="2036064"/>
            <a:ext cx="109728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729216" y="2109216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400"/>
          </a:p>
        </p:txBody>
      </p:sp>
      <p:sp>
        <p:nvSpPr>
          <p:cNvPr id="53" name="Shape 51"/>
          <p:cNvSpPr/>
          <p:nvPr/>
        </p:nvSpPr>
        <p:spPr>
          <a:xfrm>
            <a:off x="841248" y="2414016"/>
            <a:ext cx="1645920" cy="377952"/>
          </a:xfrm>
          <a:prstGeom prst="rect">
            <a:avLst/>
          </a:prstGeom>
          <a:solidFill>
            <a:srgbClr val="FDEBD0"/>
          </a:solidFill>
          <a:ln w="5080">
            <a:solidFill>
              <a:srgbClr val="FAD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90016" y="2487168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ForcePlate</a:t>
            </a:r>
            <a:endParaRPr lang="en-US" sz="1333"/>
          </a:p>
        </p:txBody>
      </p:sp>
      <p:sp>
        <p:nvSpPr>
          <p:cNvPr id="55" name="Shape 53"/>
          <p:cNvSpPr/>
          <p:nvPr/>
        </p:nvSpPr>
        <p:spPr>
          <a:xfrm>
            <a:off x="2487168" y="2414016"/>
            <a:ext cx="176784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535936" y="2487168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1400"/>
          </a:p>
        </p:txBody>
      </p:sp>
      <p:sp>
        <p:nvSpPr>
          <p:cNvPr id="57" name="Shape 55"/>
          <p:cNvSpPr/>
          <p:nvPr/>
        </p:nvSpPr>
        <p:spPr>
          <a:xfrm>
            <a:off x="4255008" y="2414016"/>
            <a:ext cx="188976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303776" y="248716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400"/>
          </a:p>
        </p:txBody>
      </p:sp>
      <p:sp>
        <p:nvSpPr>
          <p:cNvPr id="59" name="Shape 57"/>
          <p:cNvSpPr/>
          <p:nvPr/>
        </p:nvSpPr>
        <p:spPr>
          <a:xfrm>
            <a:off x="6144768" y="2414016"/>
            <a:ext cx="243840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193536" y="248716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0.916 ± 0.099</a:t>
            </a:r>
            <a:endParaRPr lang="en-US" sz="1400"/>
          </a:p>
        </p:txBody>
      </p:sp>
      <p:sp>
        <p:nvSpPr>
          <p:cNvPr id="61" name="Shape 59"/>
          <p:cNvSpPr/>
          <p:nvPr/>
        </p:nvSpPr>
        <p:spPr>
          <a:xfrm>
            <a:off x="8583168" y="2414016"/>
            <a:ext cx="109728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631936" y="2487168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0.596</a:t>
            </a:r>
            <a:endParaRPr lang="en-US" sz="1400"/>
          </a:p>
        </p:txBody>
      </p:sp>
      <p:sp>
        <p:nvSpPr>
          <p:cNvPr id="63" name="Shape 61"/>
          <p:cNvSpPr/>
          <p:nvPr/>
        </p:nvSpPr>
        <p:spPr>
          <a:xfrm>
            <a:off x="9680448" y="2414016"/>
            <a:ext cx="109728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729216" y="2487168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</a:t>
            </a:r>
            <a:endParaRPr lang="en-US" sz="1400"/>
          </a:p>
        </p:txBody>
      </p:sp>
      <p:sp>
        <p:nvSpPr>
          <p:cNvPr id="65" name="Shape 63"/>
          <p:cNvSpPr/>
          <p:nvPr/>
        </p:nvSpPr>
        <p:spPr>
          <a:xfrm>
            <a:off x="841248" y="2791968"/>
            <a:ext cx="1645920" cy="377952"/>
          </a:xfrm>
          <a:prstGeom prst="rect">
            <a:avLst/>
          </a:prstGeom>
          <a:solidFill>
            <a:srgbClr val="FDEBD0"/>
          </a:solidFill>
          <a:ln w="5080">
            <a:solidFill>
              <a:srgbClr val="FAD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90016" y="2865120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ForcePlate</a:t>
            </a:r>
            <a:endParaRPr lang="en-US" sz="1333"/>
          </a:p>
        </p:txBody>
      </p:sp>
      <p:sp>
        <p:nvSpPr>
          <p:cNvPr id="67" name="Shape 65"/>
          <p:cNvSpPr/>
          <p:nvPr/>
        </p:nvSpPr>
        <p:spPr>
          <a:xfrm>
            <a:off x="2487168" y="2791968"/>
            <a:ext cx="176784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535936" y="2865120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/>
          </a:p>
        </p:txBody>
      </p:sp>
      <p:sp>
        <p:nvSpPr>
          <p:cNvPr id="69" name="Shape 67"/>
          <p:cNvSpPr/>
          <p:nvPr/>
        </p:nvSpPr>
        <p:spPr>
          <a:xfrm>
            <a:off x="4255008" y="2791968"/>
            <a:ext cx="188976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303776" y="28651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400"/>
          </a:p>
        </p:txBody>
      </p:sp>
      <p:sp>
        <p:nvSpPr>
          <p:cNvPr id="71" name="Shape 69"/>
          <p:cNvSpPr/>
          <p:nvPr/>
        </p:nvSpPr>
        <p:spPr>
          <a:xfrm>
            <a:off x="6144768" y="2791968"/>
            <a:ext cx="243840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193536" y="28651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 ± 0.094</a:t>
            </a:r>
            <a:endParaRPr lang="en-US" sz="1400"/>
          </a:p>
        </p:txBody>
      </p:sp>
      <p:sp>
        <p:nvSpPr>
          <p:cNvPr id="73" name="Shape 71"/>
          <p:cNvSpPr/>
          <p:nvPr/>
        </p:nvSpPr>
        <p:spPr>
          <a:xfrm>
            <a:off x="8583168" y="2791968"/>
            <a:ext cx="109728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631936" y="2865120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0.558</a:t>
            </a:r>
            <a:endParaRPr lang="en-US" sz="1400"/>
          </a:p>
        </p:txBody>
      </p:sp>
      <p:sp>
        <p:nvSpPr>
          <p:cNvPr id="75" name="Shape 73"/>
          <p:cNvSpPr/>
          <p:nvPr/>
        </p:nvSpPr>
        <p:spPr>
          <a:xfrm>
            <a:off x="9680448" y="2791968"/>
            <a:ext cx="109728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729216" y="2865120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1400"/>
          </a:p>
        </p:txBody>
      </p:sp>
      <p:sp>
        <p:nvSpPr>
          <p:cNvPr id="77" name="Shape 75"/>
          <p:cNvSpPr/>
          <p:nvPr/>
        </p:nvSpPr>
        <p:spPr>
          <a:xfrm>
            <a:off x="841248" y="3169920"/>
            <a:ext cx="1645920" cy="377952"/>
          </a:xfrm>
          <a:prstGeom prst="rect">
            <a:avLst/>
          </a:prstGeom>
          <a:solidFill>
            <a:srgbClr val="FDEBD0"/>
          </a:solidFill>
          <a:ln w="5080">
            <a:solidFill>
              <a:srgbClr val="FAD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90016" y="3243072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ForcePlate</a:t>
            </a:r>
            <a:endParaRPr lang="en-US" sz="1333"/>
          </a:p>
        </p:txBody>
      </p:sp>
      <p:sp>
        <p:nvSpPr>
          <p:cNvPr id="79" name="Shape 77"/>
          <p:cNvSpPr/>
          <p:nvPr/>
        </p:nvSpPr>
        <p:spPr>
          <a:xfrm>
            <a:off x="2487168" y="3169920"/>
            <a:ext cx="176784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535936" y="3243072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400"/>
          </a:p>
        </p:txBody>
      </p:sp>
      <p:sp>
        <p:nvSpPr>
          <p:cNvPr id="81" name="Shape 79"/>
          <p:cNvSpPr/>
          <p:nvPr/>
        </p:nvSpPr>
        <p:spPr>
          <a:xfrm>
            <a:off x="4255008" y="3169920"/>
            <a:ext cx="188976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303776" y="324307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/>
          </a:p>
        </p:txBody>
      </p:sp>
      <p:sp>
        <p:nvSpPr>
          <p:cNvPr id="83" name="Shape 81"/>
          <p:cNvSpPr/>
          <p:nvPr/>
        </p:nvSpPr>
        <p:spPr>
          <a:xfrm>
            <a:off x="6144768" y="3169920"/>
            <a:ext cx="243840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193536" y="324307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 ± 0.097</a:t>
            </a:r>
            <a:endParaRPr lang="en-US" sz="1400"/>
          </a:p>
        </p:txBody>
      </p:sp>
      <p:sp>
        <p:nvSpPr>
          <p:cNvPr id="85" name="Shape 83"/>
          <p:cNvSpPr/>
          <p:nvPr/>
        </p:nvSpPr>
        <p:spPr>
          <a:xfrm>
            <a:off x="8583168" y="3169920"/>
            <a:ext cx="109728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631936" y="3243072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0.579</a:t>
            </a:r>
            <a:endParaRPr lang="en-US" sz="1400"/>
          </a:p>
        </p:txBody>
      </p:sp>
      <p:sp>
        <p:nvSpPr>
          <p:cNvPr id="87" name="Shape 85"/>
          <p:cNvSpPr/>
          <p:nvPr/>
        </p:nvSpPr>
        <p:spPr>
          <a:xfrm>
            <a:off x="9680448" y="3169920"/>
            <a:ext cx="109728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9729216" y="3243072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</a:t>
            </a:r>
            <a:endParaRPr lang="en-US" sz="1400"/>
          </a:p>
        </p:txBody>
      </p:sp>
      <p:sp>
        <p:nvSpPr>
          <p:cNvPr id="89" name="Shape 87"/>
          <p:cNvSpPr/>
          <p:nvPr/>
        </p:nvSpPr>
        <p:spPr>
          <a:xfrm>
            <a:off x="841248" y="3547872"/>
            <a:ext cx="1645920" cy="377952"/>
          </a:xfrm>
          <a:prstGeom prst="rect">
            <a:avLst/>
          </a:prstGeom>
          <a:solidFill>
            <a:srgbClr val="D6EAF8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890016" y="3621024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</a:t>
            </a:r>
            <a:endParaRPr lang="en-US" sz="1333"/>
          </a:p>
        </p:txBody>
      </p:sp>
      <p:sp>
        <p:nvSpPr>
          <p:cNvPr id="91" name="Shape 89"/>
          <p:cNvSpPr/>
          <p:nvPr/>
        </p:nvSpPr>
        <p:spPr>
          <a:xfrm>
            <a:off x="2487168" y="3547872"/>
            <a:ext cx="176784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535936" y="3621024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1400"/>
          </a:p>
        </p:txBody>
      </p:sp>
      <p:sp>
        <p:nvSpPr>
          <p:cNvPr id="93" name="Shape 91"/>
          <p:cNvSpPr/>
          <p:nvPr/>
        </p:nvSpPr>
        <p:spPr>
          <a:xfrm>
            <a:off x="4255008" y="3547872"/>
            <a:ext cx="188976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303776" y="362102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/>
          </a:p>
        </p:txBody>
      </p:sp>
      <p:sp>
        <p:nvSpPr>
          <p:cNvPr id="95" name="Shape 93"/>
          <p:cNvSpPr/>
          <p:nvPr/>
        </p:nvSpPr>
        <p:spPr>
          <a:xfrm>
            <a:off x="6144768" y="3547872"/>
            <a:ext cx="243840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193536" y="36210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 ± 0.051</a:t>
            </a:r>
            <a:endParaRPr lang="en-US" sz="1400"/>
          </a:p>
        </p:txBody>
      </p:sp>
      <p:sp>
        <p:nvSpPr>
          <p:cNvPr id="97" name="Shape 95"/>
          <p:cNvSpPr/>
          <p:nvPr/>
        </p:nvSpPr>
        <p:spPr>
          <a:xfrm>
            <a:off x="8583168" y="3547872"/>
            <a:ext cx="109728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8631936" y="3621024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0.795</a:t>
            </a:r>
            <a:endParaRPr lang="en-US" sz="1400"/>
          </a:p>
        </p:txBody>
      </p:sp>
      <p:sp>
        <p:nvSpPr>
          <p:cNvPr id="99" name="Shape 97"/>
          <p:cNvSpPr/>
          <p:nvPr/>
        </p:nvSpPr>
        <p:spPr>
          <a:xfrm>
            <a:off x="9680448" y="3547872"/>
            <a:ext cx="109728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9729216" y="3621024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</a:t>
            </a:r>
            <a:endParaRPr lang="en-US" sz="1400"/>
          </a:p>
        </p:txBody>
      </p:sp>
      <p:sp>
        <p:nvSpPr>
          <p:cNvPr id="101" name="Shape 99"/>
          <p:cNvSpPr/>
          <p:nvPr/>
        </p:nvSpPr>
        <p:spPr>
          <a:xfrm>
            <a:off x="841248" y="3925824"/>
            <a:ext cx="1645920" cy="377952"/>
          </a:xfrm>
          <a:prstGeom prst="rect">
            <a:avLst/>
          </a:prstGeom>
          <a:solidFill>
            <a:srgbClr val="D6EAF8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890016" y="3998976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</a:t>
            </a:r>
            <a:endParaRPr lang="en-US" sz="1333"/>
          </a:p>
        </p:txBody>
      </p:sp>
      <p:sp>
        <p:nvSpPr>
          <p:cNvPr id="103" name="Shape 101"/>
          <p:cNvSpPr/>
          <p:nvPr/>
        </p:nvSpPr>
        <p:spPr>
          <a:xfrm>
            <a:off x="2487168" y="3925824"/>
            <a:ext cx="176784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2535936" y="3998976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400"/>
          </a:p>
        </p:txBody>
      </p:sp>
      <p:sp>
        <p:nvSpPr>
          <p:cNvPr id="105" name="Shape 103"/>
          <p:cNvSpPr/>
          <p:nvPr/>
        </p:nvSpPr>
        <p:spPr>
          <a:xfrm>
            <a:off x="4255008" y="3925824"/>
            <a:ext cx="188976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4303776" y="399897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400"/>
          </a:p>
        </p:txBody>
      </p:sp>
      <p:sp>
        <p:nvSpPr>
          <p:cNvPr id="107" name="Shape 105"/>
          <p:cNvSpPr/>
          <p:nvPr/>
        </p:nvSpPr>
        <p:spPr>
          <a:xfrm>
            <a:off x="6144768" y="3925824"/>
            <a:ext cx="243840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6193536" y="39989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 ± 0.052</a:t>
            </a:r>
            <a:endParaRPr lang="en-US" sz="1400"/>
          </a:p>
        </p:txBody>
      </p:sp>
      <p:sp>
        <p:nvSpPr>
          <p:cNvPr id="109" name="Shape 107"/>
          <p:cNvSpPr/>
          <p:nvPr/>
        </p:nvSpPr>
        <p:spPr>
          <a:xfrm>
            <a:off x="8583168" y="3925824"/>
            <a:ext cx="109728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8631936" y="3998976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0.768</a:t>
            </a:r>
            <a:endParaRPr lang="en-US" sz="1400"/>
          </a:p>
        </p:txBody>
      </p:sp>
      <p:sp>
        <p:nvSpPr>
          <p:cNvPr id="111" name="Shape 109"/>
          <p:cNvSpPr/>
          <p:nvPr/>
        </p:nvSpPr>
        <p:spPr>
          <a:xfrm>
            <a:off x="9680448" y="3925824"/>
            <a:ext cx="109728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9729216" y="3998976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</a:t>
            </a:r>
            <a:endParaRPr lang="en-US" sz="1400"/>
          </a:p>
        </p:txBody>
      </p:sp>
      <p:sp>
        <p:nvSpPr>
          <p:cNvPr id="113" name="Shape 111"/>
          <p:cNvSpPr/>
          <p:nvPr/>
        </p:nvSpPr>
        <p:spPr>
          <a:xfrm>
            <a:off x="841248" y="4303776"/>
            <a:ext cx="1645920" cy="377952"/>
          </a:xfrm>
          <a:prstGeom prst="rect">
            <a:avLst/>
          </a:prstGeom>
          <a:solidFill>
            <a:srgbClr val="D6EAF8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890016" y="4376928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</a:t>
            </a:r>
            <a:endParaRPr lang="en-US" sz="1333"/>
          </a:p>
        </p:txBody>
      </p:sp>
      <p:sp>
        <p:nvSpPr>
          <p:cNvPr id="115" name="Shape 113"/>
          <p:cNvSpPr/>
          <p:nvPr/>
        </p:nvSpPr>
        <p:spPr>
          <a:xfrm>
            <a:off x="2487168" y="4303776"/>
            <a:ext cx="176784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2535936" y="4376928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/>
          </a:p>
        </p:txBody>
      </p:sp>
      <p:sp>
        <p:nvSpPr>
          <p:cNvPr id="117" name="Shape 115"/>
          <p:cNvSpPr/>
          <p:nvPr/>
        </p:nvSpPr>
        <p:spPr>
          <a:xfrm>
            <a:off x="4255008" y="4303776"/>
            <a:ext cx="188976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4303776" y="437692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400"/>
          </a:p>
        </p:txBody>
      </p:sp>
      <p:sp>
        <p:nvSpPr>
          <p:cNvPr id="119" name="Shape 117"/>
          <p:cNvSpPr/>
          <p:nvPr/>
        </p:nvSpPr>
        <p:spPr>
          <a:xfrm>
            <a:off x="6144768" y="4303776"/>
            <a:ext cx="243840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6193536" y="43769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0.946 ± 0.083</a:t>
            </a:r>
            <a:endParaRPr lang="en-US" sz="1400"/>
          </a:p>
        </p:txBody>
      </p:sp>
      <p:sp>
        <p:nvSpPr>
          <p:cNvPr id="121" name="Shape 119"/>
          <p:cNvSpPr/>
          <p:nvPr/>
        </p:nvSpPr>
        <p:spPr>
          <a:xfrm>
            <a:off x="8583168" y="4303776"/>
            <a:ext cx="109728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8631936" y="4376928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0.679</a:t>
            </a:r>
            <a:endParaRPr lang="en-US" sz="1400"/>
          </a:p>
        </p:txBody>
      </p:sp>
      <p:sp>
        <p:nvSpPr>
          <p:cNvPr id="123" name="Shape 121"/>
          <p:cNvSpPr/>
          <p:nvPr/>
        </p:nvSpPr>
        <p:spPr>
          <a:xfrm>
            <a:off x="9680448" y="4303776"/>
            <a:ext cx="109728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9729216" y="4376928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1400"/>
          </a:p>
        </p:txBody>
      </p:sp>
      <p:sp>
        <p:nvSpPr>
          <p:cNvPr id="125" name="Shape 123"/>
          <p:cNvSpPr/>
          <p:nvPr/>
        </p:nvSpPr>
        <p:spPr>
          <a:xfrm>
            <a:off x="841248" y="4681728"/>
            <a:ext cx="1645920" cy="377952"/>
          </a:xfrm>
          <a:prstGeom prst="rect">
            <a:avLst/>
          </a:prstGeom>
          <a:solidFill>
            <a:srgbClr val="D5F5E3"/>
          </a:solidFill>
          <a:ln w="508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890016" y="4754880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333"/>
          </a:p>
        </p:txBody>
      </p:sp>
      <p:sp>
        <p:nvSpPr>
          <p:cNvPr id="127" name="Shape 125"/>
          <p:cNvSpPr/>
          <p:nvPr/>
        </p:nvSpPr>
        <p:spPr>
          <a:xfrm>
            <a:off x="2487168" y="4681728"/>
            <a:ext cx="176784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2535936" y="4754880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</a:t>
            </a:r>
            <a:endParaRPr lang="en-US" sz="1400"/>
          </a:p>
        </p:txBody>
      </p:sp>
      <p:sp>
        <p:nvSpPr>
          <p:cNvPr id="129" name="Shape 127"/>
          <p:cNvSpPr/>
          <p:nvPr/>
        </p:nvSpPr>
        <p:spPr>
          <a:xfrm>
            <a:off x="4255008" y="4681728"/>
            <a:ext cx="188976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4303776" y="47548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400"/>
          </a:p>
        </p:txBody>
      </p:sp>
      <p:sp>
        <p:nvSpPr>
          <p:cNvPr id="131" name="Shape 129"/>
          <p:cNvSpPr/>
          <p:nvPr/>
        </p:nvSpPr>
        <p:spPr>
          <a:xfrm>
            <a:off x="6144768" y="4681728"/>
            <a:ext cx="243840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6193536" y="47548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 ± 0.127</a:t>
            </a:r>
            <a:endParaRPr lang="en-US" sz="1400"/>
          </a:p>
        </p:txBody>
      </p:sp>
      <p:sp>
        <p:nvSpPr>
          <p:cNvPr id="133" name="Shape 131"/>
          <p:cNvSpPr/>
          <p:nvPr/>
        </p:nvSpPr>
        <p:spPr>
          <a:xfrm>
            <a:off x="8583168" y="4681728"/>
            <a:ext cx="109728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8631936" y="4754880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0.504</a:t>
            </a:r>
            <a:endParaRPr lang="en-US" sz="1400"/>
          </a:p>
        </p:txBody>
      </p:sp>
      <p:sp>
        <p:nvSpPr>
          <p:cNvPr id="135" name="Shape 133"/>
          <p:cNvSpPr/>
          <p:nvPr/>
        </p:nvSpPr>
        <p:spPr>
          <a:xfrm>
            <a:off x="9680448" y="4681728"/>
            <a:ext cx="1097280" cy="377952"/>
          </a:xfrm>
          <a:prstGeom prst="rect">
            <a:avLst/>
          </a:prstGeom>
          <a:solidFill>
            <a:srgbClr val="EAF7EE"/>
          </a:solidFill>
          <a:ln w="8890">
            <a:solidFill>
              <a:srgbClr val="6AC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9729216" y="4754880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A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400"/>
          </a:p>
        </p:txBody>
      </p:sp>
      <p:sp>
        <p:nvSpPr>
          <p:cNvPr id="137" name="Shape 135"/>
          <p:cNvSpPr/>
          <p:nvPr/>
        </p:nvSpPr>
        <p:spPr>
          <a:xfrm>
            <a:off x="841248" y="5059680"/>
            <a:ext cx="1645920" cy="377952"/>
          </a:xfrm>
          <a:prstGeom prst="rect">
            <a:avLst/>
          </a:prstGeom>
          <a:solidFill>
            <a:srgbClr val="D5F5E3"/>
          </a:solidFill>
          <a:ln w="508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890016" y="5132832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333"/>
          </a:p>
        </p:txBody>
      </p:sp>
      <p:sp>
        <p:nvSpPr>
          <p:cNvPr id="139" name="Shape 137"/>
          <p:cNvSpPr/>
          <p:nvPr/>
        </p:nvSpPr>
        <p:spPr>
          <a:xfrm>
            <a:off x="2487168" y="5059680"/>
            <a:ext cx="176784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2535936" y="5132832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/>
          </a:p>
        </p:txBody>
      </p:sp>
      <p:sp>
        <p:nvSpPr>
          <p:cNvPr id="141" name="Shape 139"/>
          <p:cNvSpPr/>
          <p:nvPr/>
        </p:nvSpPr>
        <p:spPr>
          <a:xfrm>
            <a:off x="4255008" y="5059680"/>
            <a:ext cx="188976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4303776" y="513283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endParaRPr lang="en-US" sz="1400"/>
          </a:p>
        </p:txBody>
      </p:sp>
      <p:sp>
        <p:nvSpPr>
          <p:cNvPr id="143" name="Shape 141"/>
          <p:cNvSpPr/>
          <p:nvPr/>
        </p:nvSpPr>
        <p:spPr>
          <a:xfrm>
            <a:off x="6144768" y="5059680"/>
            <a:ext cx="243840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6193536" y="513283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 ± 0.126</a:t>
            </a:r>
            <a:endParaRPr lang="en-US" sz="1400"/>
          </a:p>
        </p:txBody>
      </p:sp>
      <p:sp>
        <p:nvSpPr>
          <p:cNvPr id="145" name="Shape 143"/>
          <p:cNvSpPr/>
          <p:nvPr/>
        </p:nvSpPr>
        <p:spPr>
          <a:xfrm>
            <a:off x="8583168" y="5059680"/>
            <a:ext cx="109728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8631936" y="5132832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0.501</a:t>
            </a:r>
            <a:endParaRPr lang="en-US" sz="1400"/>
          </a:p>
        </p:txBody>
      </p:sp>
      <p:sp>
        <p:nvSpPr>
          <p:cNvPr id="147" name="Shape 145"/>
          <p:cNvSpPr/>
          <p:nvPr/>
        </p:nvSpPr>
        <p:spPr>
          <a:xfrm>
            <a:off x="9680448" y="5059680"/>
            <a:ext cx="1097280" cy="37795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9729216" y="5132832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0.799</a:t>
            </a:r>
            <a:endParaRPr lang="en-US" sz="1400"/>
          </a:p>
        </p:txBody>
      </p:sp>
      <p:sp>
        <p:nvSpPr>
          <p:cNvPr id="149" name="Shape 147"/>
          <p:cNvSpPr/>
          <p:nvPr/>
        </p:nvSpPr>
        <p:spPr>
          <a:xfrm>
            <a:off x="841248" y="5437632"/>
            <a:ext cx="1645920" cy="377952"/>
          </a:xfrm>
          <a:prstGeom prst="rect">
            <a:avLst/>
          </a:prstGeom>
          <a:solidFill>
            <a:srgbClr val="D5F5E3"/>
          </a:solidFill>
          <a:ln w="508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890016" y="5510784"/>
            <a:ext cx="154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333"/>
          </a:p>
        </p:txBody>
      </p:sp>
      <p:sp>
        <p:nvSpPr>
          <p:cNvPr id="151" name="Shape 149"/>
          <p:cNvSpPr/>
          <p:nvPr/>
        </p:nvSpPr>
        <p:spPr>
          <a:xfrm>
            <a:off x="2487168" y="5437632"/>
            <a:ext cx="176784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2535936" y="5510784"/>
            <a:ext cx="167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400"/>
          </a:p>
        </p:txBody>
      </p:sp>
      <p:sp>
        <p:nvSpPr>
          <p:cNvPr id="153" name="Shape 151"/>
          <p:cNvSpPr/>
          <p:nvPr/>
        </p:nvSpPr>
        <p:spPr>
          <a:xfrm>
            <a:off x="4255008" y="5437632"/>
            <a:ext cx="188976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4303776" y="5489907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400"/>
          </a:p>
        </p:txBody>
      </p:sp>
      <p:sp>
        <p:nvSpPr>
          <p:cNvPr id="155" name="Shape 153"/>
          <p:cNvSpPr/>
          <p:nvPr/>
        </p:nvSpPr>
        <p:spPr>
          <a:xfrm>
            <a:off x="6144768" y="5437632"/>
            <a:ext cx="243840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6193536" y="5510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 ± 0.082</a:t>
            </a:r>
            <a:endParaRPr lang="en-US" sz="1400"/>
          </a:p>
        </p:txBody>
      </p:sp>
      <p:sp>
        <p:nvSpPr>
          <p:cNvPr id="157" name="Shape 155"/>
          <p:cNvSpPr/>
          <p:nvPr/>
        </p:nvSpPr>
        <p:spPr>
          <a:xfrm>
            <a:off x="8583168" y="5437632"/>
            <a:ext cx="109728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8631936" y="5510784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0.337</a:t>
            </a:r>
            <a:endParaRPr lang="en-US" sz="1400"/>
          </a:p>
        </p:txBody>
      </p:sp>
      <p:sp>
        <p:nvSpPr>
          <p:cNvPr id="159" name="Shape 157"/>
          <p:cNvSpPr/>
          <p:nvPr/>
        </p:nvSpPr>
        <p:spPr>
          <a:xfrm>
            <a:off x="9680448" y="5437632"/>
            <a:ext cx="1097280" cy="377952"/>
          </a:xfrm>
          <a:prstGeom prst="rect">
            <a:avLst/>
          </a:prstGeom>
          <a:solidFill>
            <a:srgbClr val="F7FB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9729216" y="5510784"/>
            <a:ext cx="99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0.610</a:t>
            </a:r>
            <a:endParaRPr lang="en-US" sz="1400"/>
          </a:p>
        </p:txBody>
      </p:sp>
      <p:sp>
        <p:nvSpPr>
          <p:cNvPr id="161" name="Shape 159"/>
          <p:cNvSpPr/>
          <p:nvPr/>
        </p:nvSpPr>
        <p:spPr>
          <a:xfrm>
            <a:off x="365760" y="6004560"/>
            <a:ext cx="11460480" cy="755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597408" y="6122416"/>
            <a:ext cx="1109472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err="1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MOCAP+XGBoost</a:t>
            </a:r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(all features) leads with AUC=0.966. Multimodal fusion (</a:t>
            </a:r>
            <a:r>
              <a:rPr lang="en-US" sz="1400" err="1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All+XGBoost</a:t>
            </a:r>
            <a:r>
              <a:rPr lang="en-US" sz="140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reaches AUC=0.961 with lower F1=0.745 — H₀ retained: fusion did not outperform the best single modality. </a:t>
            </a:r>
            <a:r>
              <a:rPr lang="en-US" sz="1400" i="1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All+LogReg+Top-5 achieves best BAC=0.895 for screening use.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kern="0" spc="2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33"/>
          </a:p>
        </p:txBody>
      </p:sp>
      <p:sp>
        <p:nvSpPr>
          <p:cNvPr id="4" name="Text 2"/>
          <p:cNvSpPr/>
          <p:nvPr/>
        </p:nvSpPr>
        <p:spPr>
          <a:xfrm>
            <a:off x="548640" y="792480"/>
            <a:ext cx="1109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Evaluation &amp; Key Findings</a:t>
            </a:r>
            <a:endParaRPr lang="en-US" sz="3467"/>
          </a:p>
        </p:txBody>
      </p:sp>
      <p:sp>
        <p:nvSpPr>
          <p:cNvPr id="5" name="Shape 3"/>
          <p:cNvSpPr/>
          <p:nvPr/>
        </p:nvSpPr>
        <p:spPr>
          <a:xfrm>
            <a:off x="426720" y="1731264"/>
            <a:ext cx="11338560" cy="877824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0560" y="1780032"/>
            <a:ext cx="109118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RETAINED : </a:t>
            </a:r>
            <a:r>
              <a:rPr lang="en-US" sz="16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 did NOT significantly outperform the best single-modality model.</a:t>
            </a:r>
            <a:endParaRPr lang="en-US" sz="1667"/>
          </a:p>
          <a:p>
            <a:r>
              <a:rPr lang="en-US" sz="1467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MOCAP+XGBoost</a:t>
            </a:r>
            <a:r>
              <a:rPr lang="en-US" sz="1467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(AUC=0.966) &gt; All sensors fused (AUC=0.961). Fusion improves over weak modalities but not over the strongest single sensor.</a:t>
            </a:r>
            <a:endParaRPr lang="en-US" sz="1667"/>
          </a:p>
        </p:txBody>
      </p:sp>
      <p:sp>
        <p:nvSpPr>
          <p:cNvPr id="7" name="Shape 5"/>
          <p:cNvSpPr/>
          <p:nvPr/>
        </p:nvSpPr>
        <p:spPr>
          <a:xfrm>
            <a:off x="426720" y="2779776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3024" y="2901696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3024" y="2901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/>
          </a:p>
        </p:txBody>
      </p:sp>
      <p:sp>
        <p:nvSpPr>
          <p:cNvPr id="10" name="Text 8"/>
          <p:cNvSpPr/>
          <p:nvPr/>
        </p:nvSpPr>
        <p:spPr>
          <a:xfrm>
            <a:off x="1219200" y="2901696"/>
            <a:ext cx="4511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 is the strongest feature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09600" y="3413760"/>
            <a:ext cx="512064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err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MOCAP+XGBoost</a:t>
            </a:r>
            <a:r>
              <a:rPr lang="en-US" sz="1467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(all feat): AUC=0.966, F1=0.795, BAC=0.888  the single best combination across all 12 tested.</a:t>
            </a:r>
            <a:endParaRPr lang="en-US" sz="1467"/>
          </a:p>
        </p:txBody>
      </p:sp>
      <p:sp>
        <p:nvSpPr>
          <p:cNvPr id="12" name="Shape 10"/>
          <p:cNvSpPr/>
          <p:nvPr/>
        </p:nvSpPr>
        <p:spPr>
          <a:xfrm>
            <a:off x="6156960" y="2779776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3264" y="2901696"/>
            <a:ext cx="512064" cy="51206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3264" y="2901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/>
          </a:p>
        </p:txBody>
      </p:sp>
      <p:sp>
        <p:nvSpPr>
          <p:cNvPr id="15" name="Text 13"/>
          <p:cNvSpPr/>
          <p:nvPr/>
        </p:nvSpPr>
        <p:spPr>
          <a:xfrm>
            <a:off x="6949440" y="2901696"/>
            <a:ext cx="4511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did not outperform MOCAP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339840" y="3413760"/>
            <a:ext cx="512064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sensors + XGBoost: AUC=0.961, F1=0.745 </a:t>
            </a:r>
          </a:p>
          <a:p>
            <a:r>
              <a:rPr lang="en-US" sz="1467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lower AUC and F1 than MOCAP alone. Fusion adds noise, not signal.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426720" y="4608576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3024" y="4730496"/>
            <a:ext cx="512064" cy="512064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3024" y="4730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/>
          </a:p>
        </p:txBody>
      </p:sp>
      <p:sp>
        <p:nvSpPr>
          <p:cNvPr id="20" name="Text 18"/>
          <p:cNvSpPr/>
          <p:nvPr/>
        </p:nvSpPr>
        <p:spPr>
          <a:xfrm>
            <a:off x="1219200" y="4730496"/>
            <a:ext cx="4511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helps weak modalities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09600" y="5242560"/>
            <a:ext cx="512064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ForcePlate (0.916) and Radar (0.885) both benefit from fusion context. Fusion rescues weak sensors, not strong ones.</a:t>
            </a:r>
            <a:endParaRPr lang="en-US" sz="1467"/>
          </a:p>
        </p:txBody>
      </p:sp>
      <p:sp>
        <p:nvSpPr>
          <p:cNvPr id="22" name="Shape 20"/>
          <p:cNvSpPr/>
          <p:nvPr/>
        </p:nvSpPr>
        <p:spPr>
          <a:xfrm>
            <a:off x="6156960" y="4608576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4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3264" y="4730496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3264" y="4730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67"/>
          </a:p>
        </p:txBody>
      </p:sp>
      <p:sp>
        <p:nvSpPr>
          <p:cNvPr id="25" name="Text 23"/>
          <p:cNvSpPr/>
          <p:nvPr/>
        </p:nvSpPr>
        <p:spPr>
          <a:xfrm>
            <a:off x="6949440" y="4730496"/>
            <a:ext cx="4511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provide more information than balance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6339840" y="5242560"/>
            <a:ext cx="5120640" cy="890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 knee velocity and </a:t>
            </a:r>
            <a:r>
              <a:rPr lang="en-US" sz="1467" err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r>
              <a:rPr lang="en-US" sz="1467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 capture most of the balance signal - COP and Doppler add limited value.</a:t>
            </a:r>
            <a:endParaRPr lang="en-US" sz="1467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8224" cy="6858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26720"/>
            <a:ext cx="110947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733"/>
          </a:p>
        </p:txBody>
      </p:sp>
      <p:sp>
        <p:nvSpPr>
          <p:cNvPr id="6" name="Text 4"/>
          <p:cNvSpPr/>
          <p:nvPr/>
        </p:nvSpPr>
        <p:spPr>
          <a:xfrm>
            <a:off x="496558" y="692912"/>
            <a:ext cx="10576560" cy="335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H₀ retained: MOCAP alone (AUC=0.966) outperforms multimodal fusion (AUC=0.961) - fusion did not significantly improve over the best single sensor</a:t>
            </a:r>
            <a:endParaRPr lang="en-US" sz="1600"/>
          </a:p>
          <a:p>
            <a:pPr marL="457189" indent="-457189">
              <a:buSzPct val="100000"/>
              <a:buChar char="•"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MOCAP knee kinematics dominate balance classification - lifted knee velocity and </a:t>
            </a:r>
            <a:r>
              <a:rPr lang="en-US" sz="16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 features carry the most discriminative signal</a:t>
            </a:r>
            <a:endParaRPr lang="en-US" sz="1600"/>
          </a:p>
          <a:p>
            <a:pPr marL="457189" indent="-457189">
              <a:buSzPct val="100000"/>
              <a:buChar char="•"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Fusion helps weak modalities: </a:t>
            </a:r>
            <a:r>
              <a:rPr lang="en-US" sz="160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ForcePlate</a:t>
            </a: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 (0.916→0.961) and Radar (0.885→0.961) benefit, but MOCAP is already near-ceiling</a:t>
            </a:r>
            <a:endParaRPr lang="en-US" sz="1600"/>
          </a:p>
          <a:p>
            <a:pPr marL="457189" indent="-457189">
              <a:buSzPct val="100000"/>
              <a:buChar char="•"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Top-5 features lose &lt;0.006 AUC vs. all 60 features - highly efficient feature sets are viable</a:t>
            </a:r>
            <a:endParaRPr lang="en-US" sz="160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56C6F919-14EC-BF4B-9D13-2A6FEFEB64F1}"/>
              </a:ext>
            </a:extLst>
          </p:cNvPr>
          <p:cNvSpPr/>
          <p:nvPr/>
        </p:nvSpPr>
        <p:spPr>
          <a:xfrm>
            <a:off x="522599" y="316992"/>
            <a:ext cx="11094720" cy="79248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r>
              <a:rPr lang="en-US" sz="37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733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CCD99C-7D8E-4797-981B-A22148DEB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C743A-8661-482F-9A41-8A7025172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4477E0-CE85-4388-9987-2E6C9BFEC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10CA79-B03E-42D2-AD45-46B9BA89E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85D6C09-FCD4-49C5-90D8-D91E40182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A2921E5-E3D2-4B5A-A07C-316D34C352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1264C2F-677D-4F20-8227-3F275E878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AFB344-3FC8-48E1-8BAA-F6357B633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ED14A0-8628-4ACB-BDD2-B389DDC3B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3" y="1110053"/>
            <a:ext cx="663143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83297D-69A0-EB72-F235-7D771254D0A2}"/>
              </a:ext>
            </a:extLst>
          </p:cNvPr>
          <p:cNvSpPr txBox="1"/>
          <p:nvPr/>
        </p:nvSpPr>
        <p:spPr>
          <a:xfrm>
            <a:off x="1248156" y="1432223"/>
            <a:ext cx="5965470" cy="3357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Appendix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8000" b="1">
              <a:blipFill dpi="0" rotWithShape="1">
                <a:blip r:embed="rId4"/>
                <a:srcRect/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Paperclip">
            <a:extLst>
              <a:ext uri="{FF2B5EF4-FFF2-40B4-BE49-F238E27FC236}">
                <a16:creationId xmlns:a16="http://schemas.microsoft.com/office/drawing/2014/main" id="{4858AD18-5C51-16DF-73C2-A3168FED31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5117" y="1702032"/>
            <a:ext cx="3416725" cy="34167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9DAC93E-D283-453C-AD56-95BB56E2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1C9B88-8DCB-4626-BEA0-A01016DC0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789F233-9D48-4E46-BD22-1BFC282F6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7E1D3CF-34DD-4B77-8CDC-0A8C7F439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8801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E91A-E7E5-A245-F926-8212EB32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BD288-5DDE-6EA5-7694-0A54A69CA454}"/>
              </a:ext>
            </a:extLst>
          </p:cNvPr>
          <p:cNvSpPr txBox="1"/>
          <p:nvPr/>
        </p:nvSpPr>
        <p:spPr>
          <a:xfrm>
            <a:off x="304800" y="132080"/>
            <a:ext cx="3579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MOCAP Feature extraction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A841B-255B-DA52-0DBE-FE3E8EFD7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43" y="725047"/>
            <a:ext cx="5235394" cy="2827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9AE4B2-2943-C16E-17B6-F30E55D24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43" y="3677843"/>
            <a:ext cx="5334462" cy="2781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BE7867-3A07-331B-8822-7C76C5424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405" y="578873"/>
            <a:ext cx="5311600" cy="57002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0166DC-49E7-4C09-D98E-80ED243F5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433" y="2292202"/>
            <a:ext cx="4930567" cy="4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83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44AD-81EF-2B4A-FC65-68D2CF51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DA0A9-F46E-D29B-479B-0868145A604C}"/>
              </a:ext>
            </a:extLst>
          </p:cNvPr>
          <p:cNvSpPr txBox="1"/>
          <p:nvPr/>
        </p:nvSpPr>
        <p:spPr>
          <a:xfrm>
            <a:off x="304800" y="132080"/>
            <a:ext cx="3845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Forceplate</a:t>
            </a:r>
            <a:r>
              <a:rPr lang="en-US"/>
              <a:t> Feature extraction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A9B2D-10D6-AA0F-5A46-75A10DEB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88943"/>
            <a:ext cx="5014395" cy="3330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51C955-F557-ED6F-5825-7AABA2F46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827" y="243405"/>
            <a:ext cx="5044877" cy="33302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3D78F3-D32A-AE77-34A6-33F2BF3DD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92" y="3919172"/>
            <a:ext cx="4839119" cy="31397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4B8355-E157-519D-28CD-803F67A26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24" y="3573634"/>
            <a:ext cx="5121084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9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A0887-ABD5-AF88-9787-CF0F9C0B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63A96-2CE6-09DF-5DB0-471145C18981}"/>
              </a:ext>
            </a:extLst>
          </p:cNvPr>
          <p:cNvSpPr txBox="1"/>
          <p:nvPr/>
        </p:nvSpPr>
        <p:spPr>
          <a:xfrm>
            <a:off x="304800" y="132080"/>
            <a:ext cx="335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Radar Feature extraction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C311C-D85A-25B6-867A-6158B0A93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7" y="821276"/>
            <a:ext cx="5799323" cy="5509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0336AC-AFA4-55EB-C917-3892BCB37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118" y="668862"/>
            <a:ext cx="4999153" cy="58145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81967C-4DE7-38F5-697F-BD1F46F5F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473" y="821276"/>
            <a:ext cx="4092295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64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98D6-70F6-EE42-2F89-AED2DB6C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610E11-7DD6-F25F-578A-02A210169F1C}"/>
              </a:ext>
            </a:extLst>
          </p:cNvPr>
          <p:cNvSpPr txBox="1"/>
          <p:nvPr/>
        </p:nvSpPr>
        <p:spPr>
          <a:xfrm>
            <a:off x="304800" y="132080"/>
            <a:ext cx="756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Merging all the features into one CSV and the final Merged </a:t>
            </a:r>
            <a:r>
              <a:rPr lang="en-US" err="1"/>
              <a:t>Dataframe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C3DE50-3409-8D6D-AFE5-F1B21134D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013800"/>
            <a:ext cx="10265030" cy="1844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9B568A-FEE4-D801-6055-8F04C2763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19328"/>
            <a:ext cx="8801863" cy="429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82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936B2-C811-C9C2-FC5C-71957B70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8A387-3CAE-CDD5-7E1E-27F8EBE30DA5}"/>
              </a:ext>
            </a:extLst>
          </p:cNvPr>
          <p:cNvSpPr txBox="1"/>
          <p:nvPr/>
        </p:nvSpPr>
        <p:spPr>
          <a:xfrm>
            <a:off x="175645" y="210849"/>
            <a:ext cx="576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Distribution between two groups – Box-whisker plots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933350-5454-1EF0-8122-0650569C8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826" y="4615790"/>
            <a:ext cx="2504393" cy="2163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957149-61CA-5798-F1D6-7243DB8DB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161" y="4562902"/>
            <a:ext cx="2525998" cy="22696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A87961-55E7-4417-3FD9-9A3E6A05B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766" y="82563"/>
            <a:ext cx="2504393" cy="22480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220DA2-7CDA-D7EA-6C1B-0E78B9825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825" y="2410445"/>
            <a:ext cx="2504393" cy="21255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328815-FAA4-A616-E9F8-3C70E62DC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827" y="82562"/>
            <a:ext cx="2504393" cy="2248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2E5D6E-671B-0961-68D3-E88749A4C8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6038" y="2384002"/>
            <a:ext cx="2521847" cy="21255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66A6D7-5810-EFCF-9DEF-A8C57F26CC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45" y="934023"/>
            <a:ext cx="6111770" cy="51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30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D95CA-352F-4AB6-12D5-EF90189B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DBA362-D094-02E9-2B5A-DA4B8CC3E1DB}"/>
              </a:ext>
            </a:extLst>
          </p:cNvPr>
          <p:cNvSpPr txBox="1"/>
          <p:nvPr/>
        </p:nvSpPr>
        <p:spPr>
          <a:xfrm>
            <a:off x="304800" y="268715"/>
            <a:ext cx="3174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Shapiro-Wilk Normality test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2C82C-B3CB-804F-963F-99C86F8EC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97" y="900067"/>
            <a:ext cx="8663220" cy="423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32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8B30E-7EDB-A7B3-D59C-67D4ED5D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E88D5D-5D56-4267-655E-3E16D91A8D51}"/>
              </a:ext>
            </a:extLst>
          </p:cNvPr>
          <p:cNvSpPr txBox="1"/>
          <p:nvPr/>
        </p:nvSpPr>
        <p:spPr>
          <a:xfrm>
            <a:off x="304800" y="268715"/>
            <a:ext cx="2491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Mann-Whitney U Test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BCD80-DD02-B6C3-4863-6616F0C09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2" y="780452"/>
            <a:ext cx="5883150" cy="4267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E23C3-50AD-A277-1809-905A009172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98"/>
          <a:stretch>
            <a:fillRect/>
          </a:stretch>
        </p:blipFill>
        <p:spPr>
          <a:xfrm>
            <a:off x="6096000" y="2303375"/>
            <a:ext cx="6056602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2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E588A-7F86-E495-BF70-70587EB7A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4D600-45F6-2DC9-6F68-8A73D67C477F}"/>
              </a:ext>
            </a:extLst>
          </p:cNvPr>
          <p:cNvSpPr txBox="1"/>
          <p:nvPr/>
        </p:nvSpPr>
        <p:spPr>
          <a:xfrm>
            <a:off x="304800" y="268715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9821C7-5337-5048-0FBA-739AB27AF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1" y="753661"/>
            <a:ext cx="6988146" cy="5006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82AAC7-B380-2C9A-ED19-0C779EAC0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78" y="3382979"/>
            <a:ext cx="10554615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21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5943-EFCE-E75F-5AA2-47BA380E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D9DFE7-2208-825B-7B0B-72393ADA409E}"/>
              </a:ext>
            </a:extLst>
          </p:cNvPr>
          <p:cNvSpPr txBox="1"/>
          <p:nvPr/>
        </p:nvSpPr>
        <p:spPr>
          <a:xfrm>
            <a:off x="304800" y="268715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Feature Importance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BCE70-A7F9-6039-CD00-DF4048625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3" y="1305688"/>
            <a:ext cx="7582557" cy="3756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4B8ADD-1437-FCB4-6877-7B5BB1975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353" y="1001819"/>
            <a:ext cx="2751058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67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32B5-806F-6151-0BFC-92891547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94410-179B-C066-60FA-B6E6440949FA}"/>
              </a:ext>
            </a:extLst>
          </p:cNvPr>
          <p:cNvSpPr txBox="1"/>
          <p:nvPr/>
        </p:nvSpPr>
        <p:spPr>
          <a:xfrm>
            <a:off x="304800" y="268715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ROC curves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883FA-1DF4-F55B-2AA2-1889ED513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30" y="1158240"/>
            <a:ext cx="11706539" cy="27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418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676E164753BC43A2C42FEFCB4FEECE" ma:contentTypeVersion="9" ma:contentTypeDescription="Create a new document." ma:contentTypeScope="" ma:versionID="0fecbe374711d6bc1d8aba70d4aa0197">
  <xsd:schema xmlns:xsd="http://www.w3.org/2001/XMLSchema" xmlns:xs="http://www.w3.org/2001/XMLSchema" xmlns:p="http://schemas.microsoft.com/office/2006/metadata/properties" xmlns:ns3="60ee64f6-a575-4705-9b42-8a35847ca691" targetNamespace="http://schemas.microsoft.com/office/2006/metadata/properties" ma:root="true" ma:fieldsID="e69bdad086fb6dedd753cc2b4a3e1232" ns3:_="">
    <xsd:import namespace="60ee64f6-a575-4705-9b42-8a35847ca69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e64f6-a575-4705-9b42-8a35847ca69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0ee64f6-a575-4705-9b42-8a35847ca69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4B2393-BD0A-45F2-93AA-DCF107447312}">
  <ds:schemaRefs>
    <ds:schemaRef ds:uri="60ee64f6-a575-4705-9b42-8a35847ca6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841D8F4-AE72-47BC-877F-D01A3C61D07A}">
  <ds:schemaRefs>
    <ds:schemaRef ds:uri="60ee64f6-a575-4705-9b42-8a35847ca6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64FAEA8-73A9-491C-98F7-EEDB743DE1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Application>Microsoft Office PowerPoint</Application>
  <PresentationFormat>Widescreen</PresentationFormat>
  <Slides>27</Slides>
  <Notes>9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Wood Type</vt:lpstr>
      <vt:lpstr>Wood Type</vt:lpstr>
      <vt:lpstr>Multimodal Sensor Fusion for Balance Instability Assessment</vt:lpstr>
      <vt:lpstr>PowerPoint Presentation</vt:lpstr>
      <vt:lpstr>PowerPoint Presentation</vt:lpstr>
      <vt:lpstr>Dataset Overview</vt:lpstr>
      <vt:lpstr>PowerPoint Presentation</vt:lpstr>
      <vt:lpstr>PowerPoint Presentation</vt:lpstr>
      <vt:lpstr>PowerPoint Presentation</vt:lpstr>
      <vt:lpstr>SQL Data Cleaning</vt:lpstr>
      <vt:lpstr>PowerPoint Presentation</vt:lpstr>
      <vt:lpstr>Spearman Correlation Heatmaps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Volga Yerukola</dc:creator>
  <cp:revision>2</cp:revision>
  <dcterms:created xsi:type="dcterms:W3CDTF">2026-04-29T22:22:17Z</dcterms:created>
  <dcterms:modified xsi:type="dcterms:W3CDTF">2026-05-05T15:30:32Z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0x01010056676E164753BC43A2C42FEFCB4FEECE</vt:lpwstr>
  </property>
</Properties>
</file>